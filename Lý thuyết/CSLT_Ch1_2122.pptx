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0" r:id="rId1"/>
  </p:sldMasterIdLst>
  <p:notesMasterIdLst>
    <p:notesMasterId r:id="rId50"/>
  </p:notesMasterIdLst>
  <p:sldIdLst>
    <p:sldId id="256" r:id="rId2"/>
    <p:sldId id="302" r:id="rId3"/>
    <p:sldId id="257" r:id="rId4"/>
    <p:sldId id="258" r:id="rId5"/>
    <p:sldId id="259" r:id="rId6"/>
    <p:sldId id="275" r:id="rId7"/>
    <p:sldId id="260" r:id="rId8"/>
    <p:sldId id="261" r:id="rId9"/>
    <p:sldId id="262" r:id="rId10"/>
    <p:sldId id="263" r:id="rId11"/>
    <p:sldId id="264" r:id="rId12"/>
    <p:sldId id="265" r:id="rId13"/>
    <p:sldId id="266" r:id="rId14"/>
    <p:sldId id="267" r:id="rId15"/>
    <p:sldId id="269" r:id="rId16"/>
    <p:sldId id="268" r:id="rId17"/>
    <p:sldId id="270" r:id="rId18"/>
    <p:sldId id="271" r:id="rId19"/>
    <p:sldId id="272" r:id="rId20"/>
    <p:sldId id="273" r:id="rId21"/>
    <p:sldId id="274" r:id="rId22"/>
    <p:sldId id="276" r:id="rId23"/>
    <p:sldId id="278" r:id="rId24"/>
    <p:sldId id="279" r:id="rId25"/>
    <p:sldId id="280" r:id="rId26"/>
    <p:sldId id="281" r:id="rId27"/>
    <p:sldId id="277"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301" r:id="rId46"/>
    <p:sldId id="299" r:id="rId47"/>
    <p:sldId id="300" r:id="rId48"/>
    <p:sldId id="304" r:id="rId4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4" autoAdjust="0"/>
    <p:restoredTop sz="94660"/>
  </p:normalViewPr>
  <p:slideViewPr>
    <p:cSldViewPr snapToGrid="0">
      <p:cViewPr varScale="1">
        <p:scale>
          <a:sx n="127" d="100"/>
          <a:sy n="127" d="100"/>
        </p:scale>
        <p:origin x="1688" y="176"/>
      </p:cViewPr>
      <p:guideLst>
        <p:guide orient="horz" pos="2160"/>
        <p:guide pos="2880"/>
      </p:guideLst>
    </p:cSldViewPr>
  </p:slideViewPr>
  <p:notesTextViewPr>
    <p:cViewPr>
      <p:scale>
        <a:sx n="1" d="1"/>
        <a:sy n="1" d="1"/>
      </p:scale>
      <p:origin x="0" y="0"/>
    </p:cViewPr>
  </p:notesTextViewPr>
  <p:sorterViewPr>
    <p:cViewPr>
      <p:scale>
        <a:sx n="100" d="100"/>
        <a:sy n="100" d="100"/>
      </p:scale>
      <p:origin x="0" y="-243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96114B-A23E-49AB-BAA4-138F4A699376}" type="datetimeFigureOut">
              <a:rPr lang="en-US" smtClean="0"/>
              <a:t>9/19/21</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88D9BC-FC60-43D2-894F-6106F5DC9B2A}" type="slidenum">
              <a:rPr lang="en-US" smtClean="0"/>
              <a:t>‹#›</a:t>
            </a:fld>
            <a:endParaRPr lang="en-US"/>
          </a:p>
        </p:txBody>
      </p:sp>
    </p:spTree>
    <p:extLst>
      <p:ext uri="{BB962C8B-B14F-4D97-AF65-F5344CB8AC3E}">
        <p14:creationId xmlns:p14="http://schemas.microsoft.com/office/powerpoint/2010/main" val="3451897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1AAE672-BAB4-45C1-8484-073A95FC0907}"/>
              </a:ext>
            </a:extLst>
          </p:cNvPr>
          <p:cNvSpPr/>
          <p:nvPr/>
        </p:nvSpPr>
        <p:spPr>
          <a:xfrm>
            <a:off x="0" y="6583680"/>
            <a:ext cx="9144001" cy="2743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111A5591-6836-4B30-9C32-2830EE47BD88}"/>
              </a:ext>
            </a:extLst>
          </p:cNvPr>
          <p:cNvSpPr/>
          <p:nvPr/>
        </p:nvSpPr>
        <p:spPr>
          <a:xfrm>
            <a:off x="0" y="6511740"/>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48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5" name="Footer Placeholder 4"/>
          <p:cNvSpPr>
            <a:spLocks noGrp="1"/>
          </p:cNvSpPr>
          <p:nvPr>
            <p:ph type="ftr" sz="quarter" idx="11"/>
          </p:nvPr>
        </p:nvSpPr>
        <p:spPr/>
        <p:txBody>
          <a:bodyPr/>
          <a:lstStyle/>
          <a:p>
            <a:r>
              <a:rPr lang="vi-VN"/>
              <a:t>Cơ sở lập trình - Giới thiệu về lập trình</a:t>
            </a:r>
            <a:endParaRPr lang="en-US"/>
          </a:p>
        </p:txBody>
      </p:sp>
      <p:sp>
        <p:nvSpPr>
          <p:cNvPr id="6" name="Slide Number Placeholder 5"/>
          <p:cNvSpPr>
            <a:spLocks noGrp="1"/>
          </p:cNvSpPr>
          <p:nvPr>
            <p:ph type="sldNum" sz="quarter" idx="12"/>
          </p:nvPr>
        </p:nvSpPr>
        <p:spPr/>
        <p:txBody>
          <a:bodyPr/>
          <a:lstStyle/>
          <a:p>
            <a:fld id="{45CA964B-B8B5-4404-ADB9-CBB2121E234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7894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vi-VN"/>
              <a:t>Cơ sở lập trình - Giới thiệu về lập trình</a:t>
            </a:r>
            <a:endParaRPr lang="en-US"/>
          </a:p>
        </p:txBody>
      </p:sp>
      <p:sp>
        <p:nvSpPr>
          <p:cNvPr id="6" name="Slide Number Placeholder 5"/>
          <p:cNvSpPr>
            <a:spLocks noGrp="1"/>
          </p:cNvSpPr>
          <p:nvPr>
            <p:ph type="sldNum" sz="quarter" idx="12"/>
          </p:nvPr>
        </p:nvSpPr>
        <p:spPr/>
        <p:txBody>
          <a:bodyPr/>
          <a:lstStyle/>
          <a:p>
            <a:fld id="{45CA964B-B8B5-4404-ADB9-CBB2121E234F}" type="slidenum">
              <a:rPr lang="en-US" smtClean="0"/>
              <a:t>‹#›</a:t>
            </a:fld>
            <a:endParaRPr lang="en-US"/>
          </a:p>
        </p:txBody>
      </p:sp>
    </p:spTree>
    <p:extLst>
      <p:ext uri="{BB962C8B-B14F-4D97-AF65-F5344CB8AC3E}">
        <p14:creationId xmlns:p14="http://schemas.microsoft.com/office/powerpoint/2010/main" val="1418324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Title and Content Continu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98E4E56-495E-4C57-A868-CA39B7D62027}"/>
              </a:ext>
            </a:extLst>
          </p:cNvPr>
          <p:cNvSpPr/>
          <p:nvPr userDrawn="1"/>
        </p:nvSpPr>
        <p:spPr>
          <a:xfrm>
            <a:off x="0" y="6583680"/>
            <a:ext cx="9144001" cy="2743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C42B4D49-B232-4DBE-B274-2FD859375DB6}"/>
              </a:ext>
            </a:extLst>
          </p:cNvPr>
          <p:cNvSpPr/>
          <p:nvPr userDrawn="1"/>
        </p:nvSpPr>
        <p:spPr>
          <a:xfrm>
            <a:off x="0" y="6511740"/>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Footer Placeholder 7"/>
          <p:cNvSpPr>
            <a:spLocks noGrp="1"/>
          </p:cNvSpPr>
          <p:nvPr>
            <p:ph type="ftr" sz="quarter" idx="11"/>
          </p:nvPr>
        </p:nvSpPr>
        <p:spPr/>
        <p:txBody>
          <a:bodyPr/>
          <a:lstStyle>
            <a:lvl1pPr>
              <a:defRPr>
                <a:solidFill>
                  <a:srgbClr val="FFFFFF"/>
                </a:solidFill>
              </a:defRPr>
            </a:lvl1pPr>
          </a:lstStyle>
          <a:p>
            <a:r>
              <a:rPr lang="vi-VN"/>
              <a:t>Cơ sở lập trình - Giới thiệu về lập trình</a:t>
            </a:r>
            <a:endParaRPr lang="en-US"/>
          </a:p>
        </p:txBody>
      </p:sp>
      <p:sp>
        <p:nvSpPr>
          <p:cNvPr id="9" name="Slide Number Placeholder 8"/>
          <p:cNvSpPr>
            <a:spLocks noGrp="1"/>
          </p:cNvSpPr>
          <p:nvPr>
            <p:ph type="sldNum" sz="quarter" idx="12"/>
          </p:nvPr>
        </p:nvSpPr>
        <p:spPr/>
        <p:txBody>
          <a:bodyPr/>
          <a:lstStyle/>
          <a:p>
            <a:fld id="{45CA964B-B8B5-4404-ADB9-CBB2121E234F}" type="slidenum">
              <a:rPr lang="en-US" smtClean="0"/>
              <a:t>‹#›</a:t>
            </a:fld>
            <a:endParaRPr lang="en-US"/>
          </a:p>
        </p:txBody>
      </p:sp>
      <p:sp>
        <p:nvSpPr>
          <p:cNvPr id="6" name="Content Placeholder 2">
            <a:extLst>
              <a:ext uri="{FF2B5EF4-FFF2-40B4-BE49-F238E27FC236}">
                <a16:creationId xmlns:a16="http://schemas.microsoft.com/office/drawing/2014/main" id="{22DA330C-AF70-41F6-98B3-C954C92487F2}"/>
              </a:ext>
            </a:extLst>
          </p:cNvPr>
          <p:cNvSpPr>
            <a:spLocks noGrp="1"/>
          </p:cNvSpPr>
          <p:nvPr>
            <p:ph idx="1"/>
          </p:nvPr>
        </p:nvSpPr>
        <p:spPr>
          <a:xfrm>
            <a:off x="237130" y="339213"/>
            <a:ext cx="8686800" cy="6128068"/>
          </a:xfrm>
        </p:spPr>
        <p:txBody>
          <a:bodyPr/>
          <a:lstStyle>
            <a:lvl1pPr>
              <a:defRPr/>
            </a:lvl1pPr>
            <a:lvl2pPr>
              <a:defRPr/>
            </a:lvl2pPr>
            <a:lvl3pPr>
              <a:defRPr/>
            </a:lvl3pPr>
            <a:lvl4pPr marL="339725" indent="0">
              <a:defRPr/>
            </a:lvl4pPr>
            <a:lvl5pPr marL="339725" marR="0" indent="0" algn="l" defTabSz="914400" rtl="0" eaLnBrk="1" fontAlgn="auto" latinLnBrk="0" hangingPunct="1">
              <a:lnSpc>
                <a:spcPct val="90000"/>
              </a:lnSpc>
              <a:spcBef>
                <a:spcPts val="200"/>
              </a:spcBef>
              <a:spcAft>
                <a:spcPts val="400"/>
              </a:spcAft>
              <a:buClr>
                <a:schemeClr val="accent1"/>
              </a:buClr>
              <a:buSzPct val="50000"/>
              <a:buFont typeface="Courier New" panose="02070309020205020404" pitchFamily="49" charset="0"/>
              <a:buNone/>
              <a:tabLst/>
              <a:defRPr/>
            </a:lvl5pPr>
            <a:lvl6pPr marL="704712" indent="0">
              <a:buNone/>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59833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able of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marL="463550" indent="-354013">
              <a:buFont typeface="+mj-lt"/>
              <a:buAutoNum type="arabicPeriod"/>
              <a:defRPr/>
            </a:lvl1pPr>
            <a:lvl2pPr marL="682625" indent="-182563">
              <a:defRPr/>
            </a:lvl2pPr>
          </a:lstStyle>
          <a:p>
            <a:pPr lvl="0"/>
            <a:r>
              <a:rPr lang="en-US"/>
              <a:t>Edit Master text styles</a:t>
            </a:r>
          </a:p>
          <a:p>
            <a:pPr lvl="1"/>
            <a:r>
              <a:rPr lang="en-US"/>
              <a:t>Second level</a:t>
            </a:r>
          </a:p>
        </p:txBody>
      </p:sp>
      <p:sp>
        <p:nvSpPr>
          <p:cNvPr id="5" name="Footer Placeholder 4"/>
          <p:cNvSpPr>
            <a:spLocks noGrp="1"/>
          </p:cNvSpPr>
          <p:nvPr>
            <p:ph type="ftr" sz="quarter" idx="11"/>
          </p:nvPr>
        </p:nvSpPr>
        <p:spPr/>
        <p:txBody>
          <a:bodyPr/>
          <a:lstStyle/>
          <a:p>
            <a:r>
              <a:rPr lang="vi-VN"/>
              <a:t>Cơ sở lập trình - Giới thiệu về lập trình</a:t>
            </a:r>
            <a:endParaRPr lang="en-US"/>
          </a:p>
        </p:txBody>
      </p:sp>
      <p:sp>
        <p:nvSpPr>
          <p:cNvPr id="6" name="Slide Number Placeholder 5"/>
          <p:cNvSpPr>
            <a:spLocks noGrp="1"/>
          </p:cNvSpPr>
          <p:nvPr>
            <p:ph type="sldNum" sz="quarter" idx="12"/>
          </p:nvPr>
        </p:nvSpPr>
        <p:spPr/>
        <p:txBody>
          <a:bodyPr/>
          <a:lstStyle/>
          <a:p>
            <a:fld id="{45CA964B-B8B5-4404-ADB9-CBB2121E234F}" type="slidenum">
              <a:rPr lang="en-US" smtClean="0"/>
              <a:t>‹#›</a:t>
            </a:fld>
            <a:endParaRPr lang="en-US"/>
          </a:p>
        </p:txBody>
      </p:sp>
    </p:spTree>
    <p:extLst>
      <p:ext uri="{BB962C8B-B14F-4D97-AF65-F5344CB8AC3E}">
        <p14:creationId xmlns:p14="http://schemas.microsoft.com/office/powerpoint/2010/main" val="1254193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5" name="Footer Placeholder 4"/>
          <p:cNvSpPr>
            <a:spLocks noGrp="1"/>
          </p:cNvSpPr>
          <p:nvPr>
            <p:ph type="ftr" sz="quarter" idx="11"/>
          </p:nvPr>
        </p:nvSpPr>
        <p:spPr/>
        <p:txBody>
          <a:bodyPr/>
          <a:lstStyle/>
          <a:p>
            <a:r>
              <a:rPr lang="vi-VN"/>
              <a:t>Cơ sở lập trình - Giới thiệu về lập trình</a:t>
            </a:r>
            <a:endParaRPr lang="en-US"/>
          </a:p>
        </p:txBody>
      </p:sp>
      <p:sp>
        <p:nvSpPr>
          <p:cNvPr id="6" name="Slide Number Placeholder 5"/>
          <p:cNvSpPr>
            <a:spLocks noGrp="1"/>
          </p:cNvSpPr>
          <p:nvPr>
            <p:ph type="sldNum" sz="quarter" idx="12"/>
          </p:nvPr>
        </p:nvSpPr>
        <p:spPr/>
        <p:txBody>
          <a:bodyPr/>
          <a:lstStyle/>
          <a:p>
            <a:fld id="{45CA964B-B8B5-4404-ADB9-CBB2121E234F}" type="slidenum">
              <a:rPr lang="en-US" smtClean="0"/>
              <a:t>‹#›</a:t>
            </a:fld>
            <a:endParaRPr lang="en-US"/>
          </a:p>
        </p:txBody>
      </p:sp>
      <p:sp>
        <p:nvSpPr>
          <p:cNvPr id="7" name="Text Placeholder 6">
            <a:extLst>
              <a:ext uri="{FF2B5EF4-FFF2-40B4-BE49-F238E27FC236}">
                <a16:creationId xmlns:a16="http://schemas.microsoft.com/office/drawing/2014/main" id="{F7E83F0D-D4CB-442C-8E99-49ACD7B7C7A5}"/>
              </a:ext>
            </a:extLst>
          </p:cNvPr>
          <p:cNvSpPr>
            <a:spLocks noGrp="1"/>
          </p:cNvSpPr>
          <p:nvPr>
            <p:ph type="body" sz="quarter" idx="13"/>
          </p:nvPr>
        </p:nvSpPr>
        <p:spPr>
          <a:xfrm>
            <a:off x="320040" y="1097280"/>
            <a:ext cx="8503920" cy="5394960"/>
          </a:xfrm>
        </p:spPr>
        <p:txBody>
          <a:bodyPr>
            <a:normAutofit/>
          </a:bodyPr>
          <a:lstStyle>
            <a:lvl1pPr marL="0" indent="0">
              <a:lnSpc>
                <a:spcPct val="100000"/>
              </a:lnSpc>
              <a:spcBef>
                <a:spcPts val="0"/>
              </a:spcBef>
              <a:buNone/>
              <a:defRPr sz="2200">
                <a:latin typeface="Consolas" panose="020B0609020204030204" pitchFamily="49" charset="0"/>
              </a:defRPr>
            </a:lvl1pPr>
          </a:lstStyle>
          <a:p>
            <a:pPr lvl="0"/>
            <a:r>
              <a:rPr lang="en-US"/>
              <a:t>Edit Master text styles</a:t>
            </a:r>
          </a:p>
        </p:txBody>
      </p:sp>
    </p:spTree>
    <p:extLst>
      <p:ext uri="{BB962C8B-B14F-4D97-AF65-F5344CB8AC3E}">
        <p14:creationId xmlns:p14="http://schemas.microsoft.com/office/powerpoint/2010/main" val="2765365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and Code Continu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DD49FA1-CEA8-40A6-AC1C-457224027556}"/>
              </a:ext>
            </a:extLst>
          </p:cNvPr>
          <p:cNvSpPr/>
          <p:nvPr/>
        </p:nvSpPr>
        <p:spPr>
          <a:xfrm>
            <a:off x="0" y="6583680"/>
            <a:ext cx="9144001" cy="2743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E7DA0163-616C-4ECA-B06C-DB88D64CFCAB}"/>
              </a:ext>
            </a:extLst>
          </p:cNvPr>
          <p:cNvSpPr/>
          <p:nvPr/>
        </p:nvSpPr>
        <p:spPr>
          <a:xfrm>
            <a:off x="0" y="6511740"/>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Footer Placeholder 7"/>
          <p:cNvSpPr>
            <a:spLocks noGrp="1"/>
          </p:cNvSpPr>
          <p:nvPr>
            <p:ph type="ftr" sz="quarter" idx="11"/>
          </p:nvPr>
        </p:nvSpPr>
        <p:spPr/>
        <p:txBody>
          <a:bodyPr/>
          <a:lstStyle>
            <a:lvl1pPr>
              <a:defRPr>
                <a:solidFill>
                  <a:srgbClr val="FFFFFF"/>
                </a:solidFill>
              </a:defRPr>
            </a:lvl1pPr>
          </a:lstStyle>
          <a:p>
            <a:r>
              <a:rPr lang="vi-VN"/>
              <a:t>Cơ sở lập trình - Giới thiệu về lập trình</a:t>
            </a:r>
            <a:endParaRPr lang="en-US"/>
          </a:p>
        </p:txBody>
      </p:sp>
      <p:sp>
        <p:nvSpPr>
          <p:cNvPr id="9" name="Slide Number Placeholder 8"/>
          <p:cNvSpPr>
            <a:spLocks noGrp="1"/>
          </p:cNvSpPr>
          <p:nvPr>
            <p:ph type="sldNum" sz="quarter" idx="12"/>
          </p:nvPr>
        </p:nvSpPr>
        <p:spPr/>
        <p:txBody>
          <a:bodyPr/>
          <a:lstStyle/>
          <a:p>
            <a:fld id="{45CA964B-B8B5-4404-ADB9-CBB2121E234F}" type="slidenum">
              <a:rPr lang="en-US" smtClean="0"/>
              <a:t>‹#›</a:t>
            </a:fld>
            <a:endParaRPr lang="en-US"/>
          </a:p>
        </p:txBody>
      </p:sp>
      <p:sp>
        <p:nvSpPr>
          <p:cNvPr id="6" name="Text Placeholder 6">
            <a:extLst>
              <a:ext uri="{FF2B5EF4-FFF2-40B4-BE49-F238E27FC236}">
                <a16:creationId xmlns:a16="http://schemas.microsoft.com/office/drawing/2014/main" id="{05645F34-6E0F-4748-9093-E1F6BBF3FAE8}"/>
              </a:ext>
            </a:extLst>
          </p:cNvPr>
          <p:cNvSpPr>
            <a:spLocks noGrp="1"/>
          </p:cNvSpPr>
          <p:nvPr>
            <p:ph type="body" sz="quarter" idx="13"/>
          </p:nvPr>
        </p:nvSpPr>
        <p:spPr>
          <a:xfrm>
            <a:off x="320040" y="341194"/>
            <a:ext cx="8503920" cy="6151046"/>
          </a:xfrm>
        </p:spPr>
        <p:txBody>
          <a:bodyPr>
            <a:normAutofit/>
          </a:bodyPr>
          <a:lstStyle>
            <a:lvl1pPr marL="0" indent="0">
              <a:lnSpc>
                <a:spcPct val="100000"/>
              </a:lnSpc>
              <a:spcBef>
                <a:spcPts val="0"/>
              </a:spcBef>
              <a:buNone/>
              <a:defRPr sz="2200">
                <a:latin typeface="Consolas" panose="020B0609020204030204" pitchFamily="49" charset="0"/>
              </a:defRPr>
            </a:lvl1pPr>
          </a:lstStyle>
          <a:p>
            <a:pPr lvl="0"/>
            <a:r>
              <a:rPr lang="en-US"/>
              <a:t>Edit Master text styles</a:t>
            </a:r>
          </a:p>
        </p:txBody>
      </p:sp>
    </p:spTree>
    <p:extLst>
      <p:ext uri="{BB962C8B-B14F-4D97-AF65-F5344CB8AC3E}">
        <p14:creationId xmlns:p14="http://schemas.microsoft.com/office/powerpoint/2010/main" val="7492475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10" name="Rectangle 9">
            <a:extLst>
              <a:ext uri="{FF2B5EF4-FFF2-40B4-BE49-F238E27FC236}">
                <a16:creationId xmlns:a16="http://schemas.microsoft.com/office/drawing/2014/main" id="{EFF6DF65-3E76-4AEB-9DAF-98EAC99554E2}"/>
              </a:ext>
            </a:extLst>
          </p:cNvPr>
          <p:cNvSpPr/>
          <p:nvPr/>
        </p:nvSpPr>
        <p:spPr>
          <a:xfrm>
            <a:off x="0" y="6583680"/>
            <a:ext cx="9144001" cy="2743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8530575F-4C62-4C92-8BDC-F5B9E97A3D4D}"/>
              </a:ext>
            </a:extLst>
          </p:cNvPr>
          <p:cNvSpPr/>
          <p:nvPr/>
        </p:nvSpPr>
        <p:spPr>
          <a:xfrm>
            <a:off x="0" y="6511740"/>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5" name="Footer Placeholder 4"/>
          <p:cNvSpPr>
            <a:spLocks noGrp="1"/>
          </p:cNvSpPr>
          <p:nvPr>
            <p:ph type="ftr" sz="quarter" idx="11"/>
          </p:nvPr>
        </p:nvSpPr>
        <p:spPr/>
        <p:txBody>
          <a:bodyPr/>
          <a:lstStyle/>
          <a:p>
            <a:r>
              <a:rPr lang="vi-VN"/>
              <a:t>Cơ sở lập trình - Giới thiệu về lập trình</a:t>
            </a:r>
            <a:endParaRPr lang="en-US"/>
          </a:p>
        </p:txBody>
      </p:sp>
      <p:sp>
        <p:nvSpPr>
          <p:cNvPr id="6" name="Slide Number Placeholder 5"/>
          <p:cNvSpPr>
            <a:spLocks noGrp="1"/>
          </p:cNvSpPr>
          <p:nvPr>
            <p:ph type="sldNum" sz="quarter" idx="12"/>
          </p:nvPr>
        </p:nvSpPr>
        <p:spPr/>
        <p:txBody>
          <a:bodyPr/>
          <a:lstStyle/>
          <a:p>
            <a:fld id="{45CA964B-B8B5-4404-ADB9-CBB2121E234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7940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320040" y="286604"/>
            <a:ext cx="8503920" cy="73152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20040" y="1097280"/>
            <a:ext cx="4160520" cy="53949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097280"/>
            <a:ext cx="4160520" cy="53949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lstStyle/>
          <a:p>
            <a:r>
              <a:rPr lang="vi-VN"/>
              <a:t>Cơ sở lập trình - Giới thiệu về lập trình</a:t>
            </a:r>
            <a:endParaRPr lang="en-US"/>
          </a:p>
        </p:txBody>
      </p:sp>
      <p:sp>
        <p:nvSpPr>
          <p:cNvPr id="7" name="Slide Number Placeholder 6"/>
          <p:cNvSpPr>
            <a:spLocks noGrp="1"/>
          </p:cNvSpPr>
          <p:nvPr>
            <p:ph type="sldNum" sz="quarter" idx="12"/>
          </p:nvPr>
        </p:nvSpPr>
        <p:spPr/>
        <p:txBody>
          <a:bodyPr/>
          <a:lstStyle/>
          <a:p>
            <a:fld id="{45CA964B-B8B5-4404-ADB9-CBB2121E234F}" type="slidenum">
              <a:rPr lang="en-US" smtClean="0"/>
              <a:t>‹#›</a:t>
            </a:fld>
            <a:endParaRPr lang="en-US"/>
          </a:p>
        </p:txBody>
      </p:sp>
    </p:spTree>
    <p:extLst>
      <p:ext uri="{BB962C8B-B14F-4D97-AF65-F5344CB8AC3E}">
        <p14:creationId xmlns:p14="http://schemas.microsoft.com/office/powerpoint/2010/main" val="5546068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r>
              <a:rPr lang="vi-VN"/>
              <a:t>Cơ sở lập trình - Giới thiệu về lập trình</a:t>
            </a:r>
            <a:endParaRPr lang="en-US"/>
          </a:p>
        </p:txBody>
      </p:sp>
      <p:sp>
        <p:nvSpPr>
          <p:cNvPr id="5" name="Slide Number Placeholder 4"/>
          <p:cNvSpPr>
            <a:spLocks noGrp="1"/>
          </p:cNvSpPr>
          <p:nvPr>
            <p:ph type="sldNum" sz="quarter" idx="12"/>
          </p:nvPr>
        </p:nvSpPr>
        <p:spPr/>
        <p:txBody>
          <a:bodyPr/>
          <a:lstStyle/>
          <a:p>
            <a:fld id="{45CA964B-B8B5-4404-ADB9-CBB2121E234F}" type="slidenum">
              <a:rPr lang="en-US" smtClean="0"/>
              <a:t>‹#›</a:t>
            </a:fld>
            <a:endParaRPr lang="en-US"/>
          </a:p>
        </p:txBody>
      </p:sp>
    </p:spTree>
    <p:extLst>
      <p:ext uri="{BB962C8B-B14F-4D97-AF65-F5344CB8AC3E}">
        <p14:creationId xmlns:p14="http://schemas.microsoft.com/office/powerpoint/2010/main" val="33578973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DD49FA1-CEA8-40A6-AC1C-457224027556}"/>
              </a:ext>
            </a:extLst>
          </p:cNvPr>
          <p:cNvSpPr/>
          <p:nvPr/>
        </p:nvSpPr>
        <p:spPr>
          <a:xfrm>
            <a:off x="0" y="6583680"/>
            <a:ext cx="9144001" cy="2743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E7DA0163-616C-4ECA-B06C-DB88D64CFCAB}"/>
              </a:ext>
            </a:extLst>
          </p:cNvPr>
          <p:cNvSpPr/>
          <p:nvPr/>
        </p:nvSpPr>
        <p:spPr>
          <a:xfrm>
            <a:off x="0" y="6511740"/>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Footer Placeholder 7"/>
          <p:cNvSpPr>
            <a:spLocks noGrp="1"/>
          </p:cNvSpPr>
          <p:nvPr>
            <p:ph type="ftr" sz="quarter" idx="11"/>
          </p:nvPr>
        </p:nvSpPr>
        <p:spPr/>
        <p:txBody>
          <a:bodyPr/>
          <a:lstStyle>
            <a:lvl1pPr>
              <a:defRPr>
                <a:solidFill>
                  <a:srgbClr val="FFFFFF"/>
                </a:solidFill>
              </a:defRPr>
            </a:lvl1pPr>
          </a:lstStyle>
          <a:p>
            <a:r>
              <a:rPr lang="vi-VN"/>
              <a:t>Cơ sở lập trình - Giới thiệu về lập trình</a:t>
            </a:r>
            <a:endParaRPr lang="en-US"/>
          </a:p>
        </p:txBody>
      </p:sp>
      <p:sp>
        <p:nvSpPr>
          <p:cNvPr id="9" name="Slide Number Placeholder 8"/>
          <p:cNvSpPr>
            <a:spLocks noGrp="1"/>
          </p:cNvSpPr>
          <p:nvPr>
            <p:ph type="sldNum" sz="quarter" idx="12"/>
          </p:nvPr>
        </p:nvSpPr>
        <p:spPr/>
        <p:txBody>
          <a:bodyPr/>
          <a:lstStyle/>
          <a:p>
            <a:fld id="{45CA964B-B8B5-4404-ADB9-CBB2121E234F}" type="slidenum">
              <a:rPr lang="en-US" smtClean="0"/>
              <a:t>‹#›</a:t>
            </a:fld>
            <a:endParaRPr lang="en-US"/>
          </a:p>
        </p:txBody>
      </p:sp>
    </p:spTree>
    <p:extLst>
      <p:ext uri="{BB962C8B-B14F-4D97-AF65-F5344CB8AC3E}">
        <p14:creationId xmlns:p14="http://schemas.microsoft.com/office/powerpoint/2010/main" val="2907634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r>
              <a:rPr lang="vi-VN"/>
              <a:t>Cơ sở lập trình - Giới thiệu về lập trình</a:t>
            </a:r>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5CA964B-B8B5-4404-ADB9-CBB2121E234F}" type="slidenum">
              <a:rPr lang="en-US" smtClean="0"/>
              <a:t>‹#›</a:t>
            </a:fld>
            <a:endParaRPr lang="en-US"/>
          </a:p>
        </p:txBody>
      </p:sp>
    </p:spTree>
    <p:extLst>
      <p:ext uri="{BB962C8B-B14F-4D97-AF65-F5344CB8AC3E}">
        <p14:creationId xmlns:p14="http://schemas.microsoft.com/office/powerpoint/2010/main" val="12747988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Footer Placeholder 5"/>
          <p:cNvSpPr>
            <a:spLocks noGrp="1"/>
          </p:cNvSpPr>
          <p:nvPr>
            <p:ph type="ftr" sz="quarter" idx="11"/>
          </p:nvPr>
        </p:nvSpPr>
        <p:spPr/>
        <p:txBody>
          <a:bodyPr/>
          <a:lstStyle/>
          <a:p>
            <a:r>
              <a:rPr lang="vi-VN"/>
              <a:t>Cơ sở lập trình - Giới thiệu về lập trình</a:t>
            </a:r>
            <a:endParaRPr lang="en-US"/>
          </a:p>
        </p:txBody>
      </p:sp>
      <p:sp>
        <p:nvSpPr>
          <p:cNvPr id="7" name="Slide Number Placeholder 6"/>
          <p:cNvSpPr>
            <a:spLocks noGrp="1"/>
          </p:cNvSpPr>
          <p:nvPr>
            <p:ph type="sldNum" sz="quarter" idx="12"/>
          </p:nvPr>
        </p:nvSpPr>
        <p:spPr/>
        <p:txBody>
          <a:bodyPr/>
          <a:lstStyle/>
          <a:p>
            <a:fld id="{45CA964B-B8B5-4404-ADB9-CBB2121E234F}" type="slidenum">
              <a:rPr lang="en-US" smtClean="0"/>
              <a:t>‹#›</a:t>
            </a:fld>
            <a:endParaRPr lang="en-US"/>
          </a:p>
        </p:txBody>
      </p:sp>
    </p:spTree>
    <p:extLst>
      <p:ext uri="{BB962C8B-B14F-4D97-AF65-F5344CB8AC3E}">
        <p14:creationId xmlns:p14="http://schemas.microsoft.com/office/powerpoint/2010/main" val="7682474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vi-VN"/>
              <a:t>Cơ sở lập trình - Giới thiệu về lập trình</a:t>
            </a:r>
            <a:endParaRPr lang="en-US"/>
          </a:p>
        </p:txBody>
      </p:sp>
      <p:sp>
        <p:nvSpPr>
          <p:cNvPr id="6" name="Slide Number Placeholder 5"/>
          <p:cNvSpPr>
            <a:spLocks noGrp="1"/>
          </p:cNvSpPr>
          <p:nvPr>
            <p:ph type="sldNum" sz="quarter" idx="12"/>
          </p:nvPr>
        </p:nvSpPr>
        <p:spPr/>
        <p:txBody>
          <a:bodyPr/>
          <a:lstStyle/>
          <a:p>
            <a:fld id="{45CA964B-B8B5-4404-ADB9-CBB2121E234F}" type="slidenum">
              <a:rPr lang="en-US" smtClean="0"/>
              <a:t>‹#›</a:t>
            </a:fld>
            <a:endParaRPr lang="en-US"/>
          </a:p>
        </p:txBody>
      </p:sp>
    </p:spTree>
    <p:extLst>
      <p:ext uri="{BB962C8B-B14F-4D97-AF65-F5344CB8AC3E}">
        <p14:creationId xmlns:p14="http://schemas.microsoft.com/office/powerpoint/2010/main" val="36398486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endParaRPr lang="en-US" dirty="0"/>
          </a:p>
        </p:txBody>
      </p:sp>
      <p:sp>
        <p:nvSpPr>
          <p:cNvPr id="9" name="Rectangle 8">
            <a:extLst>
              <a:ext uri="{FF2B5EF4-FFF2-40B4-BE49-F238E27FC236}">
                <a16:creationId xmlns:a16="http://schemas.microsoft.com/office/drawing/2014/main" id="{416DE08D-D735-4990-80B8-5CBF011DC467}"/>
              </a:ext>
            </a:extLst>
          </p:cNvPr>
          <p:cNvSpPr/>
          <p:nvPr/>
        </p:nvSpPr>
        <p:spPr>
          <a:xfrm>
            <a:off x="0" y="6583680"/>
            <a:ext cx="9144001" cy="2743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E40AE3D1-A298-4B99-8DD0-636DD70C3D4C}"/>
              </a:ext>
            </a:extLst>
          </p:cNvPr>
          <p:cNvSpPr/>
          <p:nvPr/>
        </p:nvSpPr>
        <p:spPr>
          <a:xfrm>
            <a:off x="0" y="6511740"/>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vi-VN"/>
              <a:t>Cơ sở lập trình - Giới thiệu về lập trình</a:t>
            </a:r>
            <a:endParaRPr lang="en-US"/>
          </a:p>
        </p:txBody>
      </p:sp>
      <p:sp>
        <p:nvSpPr>
          <p:cNvPr id="6" name="Slide Number Placeholder 5"/>
          <p:cNvSpPr>
            <a:spLocks noGrp="1"/>
          </p:cNvSpPr>
          <p:nvPr>
            <p:ph type="sldNum" sz="quarter" idx="12"/>
          </p:nvPr>
        </p:nvSpPr>
        <p:spPr/>
        <p:txBody>
          <a:bodyPr/>
          <a:lstStyle/>
          <a:p>
            <a:fld id="{45CA964B-B8B5-4404-ADB9-CBB2121E234F}" type="slidenum">
              <a:rPr lang="en-US" smtClean="0"/>
              <a:t>‹#›</a:t>
            </a:fld>
            <a:endParaRPr lang="en-US"/>
          </a:p>
        </p:txBody>
      </p:sp>
    </p:spTree>
    <p:extLst>
      <p:ext uri="{BB962C8B-B14F-4D97-AF65-F5344CB8AC3E}">
        <p14:creationId xmlns:p14="http://schemas.microsoft.com/office/powerpoint/2010/main" val="1237830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583680"/>
            <a:ext cx="9144001" cy="2743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511740"/>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320040" y="286604"/>
            <a:ext cx="8503920" cy="73152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20040" y="1094642"/>
            <a:ext cx="8503920" cy="53949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327547" y="6525388"/>
            <a:ext cx="6095139" cy="313171"/>
          </a:xfrm>
          <a:prstGeom prst="rect">
            <a:avLst/>
          </a:prstGeom>
        </p:spPr>
        <p:txBody>
          <a:bodyPr vert="horz" lIns="91440" tIns="45720" rIns="91440" bIns="45720" rtlCol="0" anchor="ctr"/>
          <a:lstStyle>
            <a:lvl1pPr algn="l">
              <a:defRPr sz="900" cap="all" baseline="0">
                <a:solidFill>
                  <a:srgbClr val="FFFFFF"/>
                </a:solidFill>
              </a:defRPr>
            </a:lvl1pPr>
          </a:lstStyle>
          <a:p>
            <a:r>
              <a:rPr lang="vi-VN"/>
              <a:t>Cơ sở lập trình - Giới thiệu về lập trình</a:t>
            </a:r>
            <a:endParaRPr lang="en-US"/>
          </a:p>
        </p:txBody>
      </p:sp>
      <p:sp>
        <p:nvSpPr>
          <p:cNvPr id="6" name="Slide Number Placeholder 5"/>
          <p:cNvSpPr>
            <a:spLocks noGrp="1"/>
          </p:cNvSpPr>
          <p:nvPr>
            <p:ph type="sldNum" sz="quarter" idx="4"/>
          </p:nvPr>
        </p:nvSpPr>
        <p:spPr>
          <a:xfrm>
            <a:off x="7425344" y="6525388"/>
            <a:ext cx="1418405" cy="313171"/>
          </a:xfrm>
          <a:prstGeom prst="rect">
            <a:avLst/>
          </a:prstGeom>
        </p:spPr>
        <p:txBody>
          <a:bodyPr vert="horz" lIns="91440" tIns="45720" rIns="91440" bIns="45720" rtlCol="0" anchor="ctr"/>
          <a:lstStyle>
            <a:lvl1pPr algn="r">
              <a:defRPr sz="1050">
                <a:solidFill>
                  <a:srgbClr val="FFFFFF"/>
                </a:solidFill>
              </a:defRPr>
            </a:lvl1pPr>
          </a:lstStyle>
          <a:p>
            <a:fld id="{45CA964B-B8B5-4404-ADB9-CBB2121E234F}" type="slidenum">
              <a:rPr lang="en-US" smtClean="0"/>
              <a:t>‹#›</a:t>
            </a:fld>
            <a:endParaRPr lang="en-US"/>
          </a:p>
        </p:txBody>
      </p:sp>
      <p:cxnSp>
        <p:nvCxnSpPr>
          <p:cNvPr id="10" name="Straight Connector 9"/>
          <p:cNvCxnSpPr/>
          <p:nvPr/>
        </p:nvCxnSpPr>
        <p:spPr>
          <a:xfrm>
            <a:off x="411480" y="1028159"/>
            <a:ext cx="83210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3160136"/>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44"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 id="2147483743" r:id="rId14"/>
  </p:sldLayoutIdLst>
  <p:hf hdr="0" dt="0"/>
  <p:txStyles>
    <p:titleStyle>
      <a:lvl1pPr algn="l" defTabSz="914400" rtl="0" eaLnBrk="1" latinLnBrk="0" hangingPunct="1">
        <a:lnSpc>
          <a:spcPct val="85000"/>
        </a:lnSpc>
        <a:spcBef>
          <a:spcPct val="0"/>
        </a:spcBef>
        <a:buNone/>
        <a:defRPr sz="3600" kern="1200" spc="-50" baseline="0">
          <a:solidFill>
            <a:schemeClr val="tx1">
              <a:lumMod val="95000"/>
              <a:lumOff val="5000"/>
            </a:schemeClr>
          </a:solidFill>
          <a:latin typeface="+mj-lt"/>
          <a:ea typeface="+mj-ea"/>
          <a:cs typeface="+mj-cs"/>
        </a:defRPr>
      </a:lvl1pPr>
    </p:titleStyle>
    <p:bodyStyle>
      <a:lvl1pPr marL="287338" indent="-177800" algn="l" defTabSz="914400" rtl="0" eaLnBrk="1" latinLnBrk="0" hangingPunct="1">
        <a:lnSpc>
          <a:spcPct val="90000"/>
        </a:lnSpc>
        <a:spcBef>
          <a:spcPts val="600"/>
        </a:spcBef>
        <a:spcAft>
          <a:spcPts val="0"/>
        </a:spcAft>
        <a:buClr>
          <a:schemeClr val="accent2">
            <a:lumMod val="75000"/>
          </a:schemeClr>
        </a:buClr>
        <a:buSzPct val="100000"/>
        <a:buFont typeface="Arial" panose="020B0604020202020204" pitchFamily="34" charset="0"/>
        <a:buChar char="•"/>
        <a:defRPr sz="2600" kern="1200">
          <a:solidFill>
            <a:schemeClr val="tx1">
              <a:lumMod val="95000"/>
              <a:lumOff val="5000"/>
            </a:schemeClr>
          </a:solidFill>
          <a:latin typeface="+mn-lt"/>
          <a:ea typeface="+mn-ea"/>
          <a:cs typeface="+mn-cs"/>
        </a:defRPr>
      </a:lvl1pPr>
      <a:lvl2pPr marL="519113" indent="-182563" algn="l" defTabSz="914400" rtl="0" eaLnBrk="1" latinLnBrk="0" hangingPunct="1">
        <a:lnSpc>
          <a:spcPct val="90000"/>
        </a:lnSpc>
        <a:spcBef>
          <a:spcPts val="200"/>
        </a:spcBef>
        <a:spcAft>
          <a:spcPts val="400"/>
        </a:spcAft>
        <a:buClr>
          <a:schemeClr val="accent1">
            <a:lumMod val="75000"/>
          </a:schemeClr>
        </a:buClr>
        <a:buSzPct val="70000"/>
        <a:buFont typeface="Wingdings" panose="05000000000000000000" pitchFamily="2" charset="2"/>
        <a:buChar char="§"/>
        <a:defRPr sz="2400" kern="1200">
          <a:solidFill>
            <a:schemeClr val="tx1">
              <a:lumMod val="95000"/>
              <a:lumOff val="5000"/>
            </a:schemeClr>
          </a:solidFill>
          <a:latin typeface="+mn-lt"/>
          <a:ea typeface="+mn-ea"/>
          <a:cs typeface="+mn-cs"/>
        </a:defRPr>
      </a:lvl2pPr>
      <a:lvl3pPr marL="736600" indent="-182563" algn="l"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95000"/>
              <a:lumOff val="5000"/>
            </a:schemeClr>
          </a:solidFill>
          <a:latin typeface="+mn-lt"/>
          <a:ea typeface="+mn-ea"/>
          <a:cs typeface="+mn-cs"/>
        </a:defRPr>
      </a:lvl3pPr>
      <a:lvl4pPr marL="341313" indent="0" algn="l"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95000"/>
              <a:lumOff val="5000"/>
            </a:schemeClr>
          </a:solidFill>
          <a:latin typeface="+mn-lt"/>
          <a:ea typeface="+mn-ea"/>
          <a:cs typeface="+mn-cs"/>
        </a:defRPr>
      </a:lvl4pPr>
      <a:lvl5pPr marL="341313" indent="0" algn="l" defTabSz="914400" rtl="0" eaLnBrk="1" latinLnBrk="0" hangingPunct="1">
        <a:lnSpc>
          <a:spcPct val="90000"/>
        </a:lnSpc>
        <a:spcBef>
          <a:spcPts val="0"/>
        </a:spcBef>
        <a:spcAft>
          <a:spcPts val="0"/>
        </a:spcAft>
        <a:buClr>
          <a:schemeClr val="accent1"/>
        </a:buClr>
        <a:buFont typeface="Calibri" pitchFamily="34" charset="0"/>
        <a:buNone/>
        <a:defRPr sz="2400" kern="1200">
          <a:solidFill>
            <a:schemeClr val="tx1">
              <a:lumMod val="95000"/>
              <a:lumOff val="5000"/>
            </a:schemeClr>
          </a:solidFill>
          <a:latin typeface="Consolas" panose="020B0609020204030204" pitchFamily="49" charset="0"/>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DBB68-9483-4B51-AA10-E3C17ED59DC3}"/>
              </a:ext>
            </a:extLst>
          </p:cNvPr>
          <p:cNvSpPr>
            <a:spLocks noGrp="1"/>
          </p:cNvSpPr>
          <p:nvPr>
            <p:ph type="ctrTitle"/>
          </p:nvPr>
        </p:nvSpPr>
        <p:spPr/>
        <p:txBody>
          <a:bodyPr/>
          <a:lstStyle/>
          <a:p>
            <a:r>
              <a:rPr lang="en-US"/>
              <a:t>Giới thiệu về lập trình</a:t>
            </a:r>
          </a:p>
        </p:txBody>
      </p:sp>
      <p:sp>
        <p:nvSpPr>
          <p:cNvPr id="4" name="Subtitle 2"/>
          <p:cNvSpPr>
            <a:spLocks noGrp="1"/>
          </p:cNvSpPr>
          <p:nvPr/>
        </p:nvSpPr>
        <p:spPr>
          <a:xfrm>
            <a:off x="1291281" y="4793392"/>
            <a:ext cx="6858000" cy="5334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600"/>
              </a:spcBef>
              <a:spcAft>
                <a:spcPts val="0"/>
              </a:spcAft>
              <a:buClr>
                <a:schemeClr val="accent2">
                  <a:lumMod val="75000"/>
                </a:schemeClr>
              </a:buClr>
              <a:buSzPct val="100000"/>
              <a:buFont typeface="Arial" panose="020B060402020202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lumMod val="75000"/>
                </a:schemeClr>
              </a:buClr>
              <a:buSzPct val="70000"/>
              <a:buFont typeface="Wingdings" panose="05000000000000000000" pitchFamily="2" charset="2"/>
              <a:buNone/>
              <a:defRPr sz="2400" kern="1200">
                <a:solidFill>
                  <a:schemeClr val="tx1">
                    <a:lumMod val="95000"/>
                    <a:lumOff val="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95000"/>
                    <a:lumOff val="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95000"/>
                    <a:lumOff val="5000"/>
                  </a:schemeClr>
                </a:solidFill>
                <a:latin typeface="+mn-lt"/>
                <a:ea typeface="+mn-ea"/>
                <a:cs typeface="+mn-cs"/>
              </a:defRPr>
            </a:lvl4pPr>
            <a:lvl5pPr marL="1828800" indent="0" algn="ctr" defTabSz="914400" rtl="0" eaLnBrk="1" latinLnBrk="0" hangingPunct="1">
              <a:lnSpc>
                <a:spcPct val="90000"/>
              </a:lnSpc>
              <a:spcBef>
                <a:spcPts val="0"/>
              </a:spcBef>
              <a:spcAft>
                <a:spcPts val="0"/>
              </a:spcAft>
              <a:buClr>
                <a:schemeClr val="accent1"/>
              </a:buClr>
              <a:buFont typeface="Calibri" pitchFamily="34" charset="0"/>
              <a:buNone/>
              <a:defRPr sz="2000" kern="1200">
                <a:solidFill>
                  <a:schemeClr val="tx1">
                    <a:lumMod val="95000"/>
                    <a:lumOff val="5000"/>
                  </a:schemeClr>
                </a:solidFill>
                <a:latin typeface="Consolas" panose="020B0609020204030204" pitchFamily="49" charset="0"/>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algn="r">
              <a:spcBef>
                <a:spcPts val="200"/>
              </a:spcBef>
            </a:pPr>
            <a:r>
              <a:rPr lang="en-US" sz="1800" b="1" i="1"/>
              <a:t>Khoa công nghệ thông tin </a:t>
            </a:r>
          </a:p>
          <a:p>
            <a:pPr algn="r">
              <a:spcBef>
                <a:spcPts val="200"/>
              </a:spcBef>
            </a:pPr>
            <a:r>
              <a:rPr lang="en-US" sz="1800" b="1" i="1"/>
              <a:t>Trường Đại học mở tphcm</a:t>
            </a:r>
          </a:p>
        </p:txBody>
      </p:sp>
    </p:spTree>
    <p:extLst>
      <p:ext uri="{BB962C8B-B14F-4D97-AF65-F5344CB8AC3E}">
        <p14:creationId xmlns:p14="http://schemas.microsoft.com/office/powerpoint/2010/main" val="2139228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FBE61-2EE9-4145-965F-D9E0944E3975}"/>
              </a:ext>
            </a:extLst>
          </p:cNvPr>
          <p:cNvSpPr>
            <a:spLocks noGrp="1"/>
          </p:cNvSpPr>
          <p:nvPr>
            <p:ph type="title"/>
          </p:nvPr>
        </p:nvSpPr>
        <p:spPr/>
        <p:txBody>
          <a:bodyPr/>
          <a:lstStyle/>
          <a:p>
            <a:r>
              <a:rPr lang="en-US"/>
              <a:t>Mục tiêu</a:t>
            </a:r>
          </a:p>
        </p:txBody>
      </p:sp>
      <p:sp>
        <p:nvSpPr>
          <p:cNvPr id="3" name="Content Placeholder 2">
            <a:extLst>
              <a:ext uri="{FF2B5EF4-FFF2-40B4-BE49-F238E27FC236}">
                <a16:creationId xmlns:a16="http://schemas.microsoft.com/office/drawing/2014/main" id="{7416DE5A-EA2D-4190-8F4E-2C469F01C64D}"/>
              </a:ext>
            </a:extLst>
          </p:cNvPr>
          <p:cNvSpPr>
            <a:spLocks noGrp="1"/>
          </p:cNvSpPr>
          <p:nvPr>
            <p:ph idx="1"/>
          </p:nvPr>
        </p:nvSpPr>
        <p:spPr/>
        <p:txBody>
          <a:bodyPr/>
          <a:lstStyle/>
          <a:p>
            <a:pPr algn="just"/>
            <a:r>
              <a:rPr lang="vi-VN"/>
              <a:t>Hiểu các khái niệm cơ bản: lập trình, chương trình, ngôn ngữ lập trình, chương trình dịch, môi trường lập trình.</a:t>
            </a:r>
          </a:p>
          <a:p>
            <a:pPr algn="just"/>
            <a:r>
              <a:rPr lang="vi-VN"/>
              <a:t>Hiểu và có thể thực hiện các bước xây dựng một chương trình đơn giản.</a:t>
            </a:r>
          </a:p>
          <a:p>
            <a:pPr algn="just"/>
            <a:r>
              <a:rPr lang="vi-VN"/>
              <a:t>Dùng ngôn ngữ tự nhiên và lưu đồ để mô tả thuật giải của một chương trình.</a:t>
            </a:r>
          </a:p>
          <a:p>
            <a:pPr algn="just"/>
            <a:r>
              <a:rPr lang="vi-VN"/>
              <a:t>Hiểu các thành phần cơ bản của một chương trình C++.</a:t>
            </a:r>
          </a:p>
          <a:p>
            <a:pPr algn="just"/>
            <a:r>
              <a:rPr lang="vi-VN"/>
              <a:t>Tạo và thực thi một chương trình C++ trong môi trường lập trình Visual Studio.</a:t>
            </a:r>
            <a:endParaRPr lang="en-US"/>
          </a:p>
        </p:txBody>
      </p:sp>
      <p:sp>
        <p:nvSpPr>
          <p:cNvPr id="4" name="Footer Placeholder 3">
            <a:extLst>
              <a:ext uri="{FF2B5EF4-FFF2-40B4-BE49-F238E27FC236}">
                <a16:creationId xmlns:a16="http://schemas.microsoft.com/office/drawing/2014/main" id="{97198239-629B-4C76-962A-2047E47FC909}"/>
              </a:ext>
            </a:extLst>
          </p:cNvPr>
          <p:cNvSpPr>
            <a:spLocks noGrp="1"/>
          </p:cNvSpPr>
          <p:nvPr>
            <p:ph type="ftr" sz="quarter" idx="11"/>
          </p:nvPr>
        </p:nvSpPr>
        <p:spPr/>
        <p:txBody>
          <a:bodyPr/>
          <a:lstStyle/>
          <a:p>
            <a:r>
              <a:rPr lang="vi-VN"/>
              <a:t>Cơ sở lập trình - Giới thiệu về lập trình</a:t>
            </a:r>
            <a:endParaRPr lang="en-US"/>
          </a:p>
        </p:txBody>
      </p:sp>
      <p:sp>
        <p:nvSpPr>
          <p:cNvPr id="5" name="Slide Number Placeholder 4">
            <a:extLst>
              <a:ext uri="{FF2B5EF4-FFF2-40B4-BE49-F238E27FC236}">
                <a16:creationId xmlns:a16="http://schemas.microsoft.com/office/drawing/2014/main" id="{22BACE4E-FA8A-4E8C-A02C-01A8A33EF57E}"/>
              </a:ext>
            </a:extLst>
          </p:cNvPr>
          <p:cNvSpPr>
            <a:spLocks noGrp="1"/>
          </p:cNvSpPr>
          <p:nvPr>
            <p:ph type="sldNum" sz="quarter" idx="12"/>
          </p:nvPr>
        </p:nvSpPr>
        <p:spPr/>
        <p:txBody>
          <a:bodyPr/>
          <a:lstStyle/>
          <a:p>
            <a:fld id="{45CA964B-B8B5-4404-ADB9-CBB2121E234F}" type="slidenum">
              <a:rPr lang="en-US" smtClean="0"/>
              <a:t>2</a:t>
            </a:fld>
            <a:endParaRPr lang="en-US"/>
          </a:p>
        </p:txBody>
      </p:sp>
    </p:spTree>
    <p:extLst>
      <p:ext uri="{BB962C8B-B14F-4D97-AF65-F5344CB8AC3E}">
        <p14:creationId xmlns:p14="http://schemas.microsoft.com/office/powerpoint/2010/main" val="19810228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EE730-5E7D-4F3E-B2D5-A4704192C58E}"/>
              </a:ext>
            </a:extLst>
          </p:cNvPr>
          <p:cNvSpPr>
            <a:spLocks noGrp="1"/>
          </p:cNvSpPr>
          <p:nvPr>
            <p:ph type="title"/>
          </p:nvPr>
        </p:nvSpPr>
        <p:spPr/>
        <p:txBody>
          <a:bodyPr/>
          <a:lstStyle/>
          <a:p>
            <a:r>
              <a:rPr lang="en-US"/>
              <a:t>Nội dung</a:t>
            </a:r>
          </a:p>
        </p:txBody>
      </p:sp>
      <p:sp>
        <p:nvSpPr>
          <p:cNvPr id="6" name="Content Placeholder 5">
            <a:extLst>
              <a:ext uri="{FF2B5EF4-FFF2-40B4-BE49-F238E27FC236}">
                <a16:creationId xmlns:a16="http://schemas.microsoft.com/office/drawing/2014/main" id="{E4969F6F-85F7-41BC-917B-662067F0EC4B}"/>
              </a:ext>
            </a:extLst>
          </p:cNvPr>
          <p:cNvSpPr>
            <a:spLocks noGrp="1"/>
          </p:cNvSpPr>
          <p:nvPr>
            <p:ph idx="1"/>
          </p:nvPr>
        </p:nvSpPr>
        <p:spPr/>
        <p:txBody>
          <a:bodyPr/>
          <a:lstStyle/>
          <a:p>
            <a:r>
              <a:rPr lang="vi-VN">
                <a:solidFill>
                  <a:schemeClr val="tx1"/>
                </a:solidFill>
              </a:rPr>
              <a:t>Lập trình là gì?</a:t>
            </a:r>
          </a:p>
          <a:p>
            <a:r>
              <a:rPr lang="vi-VN">
                <a:solidFill>
                  <a:schemeClr val="bg1">
                    <a:lumMod val="50000"/>
                  </a:schemeClr>
                </a:solidFill>
              </a:rPr>
              <a:t>Quy trình phát triển một chương trình</a:t>
            </a:r>
          </a:p>
          <a:p>
            <a:r>
              <a:rPr lang="vi-VN">
                <a:solidFill>
                  <a:schemeClr val="bg1">
                    <a:lumMod val="50000"/>
                  </a:schemeClr>
                </a:solidFill>
              </a:rPr>
              <a:t>Lịch sử của ngôn ngữ lập trình</a:t>
            </a:r>
          </a:p>
          <a:p>
            <a:r>
              <a:rPr lang="vi-VN">
                <a:solidFill>
                  <a:schemeClr val="bg1">
                    <a:lumMod val="50000"/>
                  </a:schemeClr>
                </a:solidFill>
              </a:rPr>
              <a:t>Ngôn ngữ lập trình C++</a:t>
            </a:r>
          </a:p>
        </p:txBody>
      </p:sp>
      <p:sp>
        <p:nvSpPr>
          <p:cNvPr id="3" name="Footer Placeholder 2">
            <a:extLst>
              <a:ext uri="{FF2B5EF4-FFF2-40B4-BE49-F238E27FC236}">
                <a16:creationId xmlns:a16="http://schemas.microsoft.com/office/drawing/2014/main" id="{5421A25A-DC0C-494A-9B7A-AC690DFB6137}"/>
              </a:ext>
            </a:extLst>
          </p:cNvPr>
          <p:cNvSpPr>
            <a:spLocks noGrp="1"/>
          </p:cNvSpPr>
          <p:nvPr>
            <p:ph type="ftr" sz="quarter" idx="11"/>
          </p:nvPr>
        </p:nvSpPr>
        <p:spPr/>
        <p:txBody>
          <a:bodyPr/>
          <a:lstStyle/>
          <a:p>
            <a:r>
              <a:rPr lang="vi-VN"/>
              <a:t>Cơ sở lập trình - Giới thiệu về lập trình</a:t>
            </a:r>
            <a:endParaRPr lang="en-US"/>
          </a:p>
        </p:txBody>
      </p:sp>
      <p:sp>
        <p:nvSpPr>
          <p:cNvPr id="4" name="Slide Number Placeholder 3">
            <a:extLst>
              <a:ext uri="{FF2B5EF4-FFF2-40B4-BE49-F238E27FC236}">
                <a16:creationId xmlns:a16="http://schemas.microsoft.com/office/drawing/2014/main" id="{CED90143-ACC9-4004-91AB-89A45C5AF581}"/>
              </a:ext>
            </a:extLst>
          </p:cNvPr>
          <p:cNvSpPr>
            <a:spLocks noGrp="1"/>
          </p:cNvSpPr>
          <p:nvPr>
            <p:ph type="sldNum" sz="quarter" idx="12"/>
          </p:nvPr>
        </p:nvSpPr>
        <p:spPr/>
        <p:txBody>
          <a:bodyPr/>
          <a:lstStyle/>
          <a:p>
            <a:fld id="{45CA964B-B8B5-4404-ADB9-CBB2121E234F}" type="slidenum">
              <a:rPr lang="en-US" smtClean="0"/>
              <a:t>3</a:t>
            </a:fld>
            <a:endParaRPr lang="en-US"/>
          </a:p>
        </p:txBody>
      </p:sp>
    </p:spTree>
    <p:extLst>
      <p:ext uri="{BB962C8B-B14F-4D97-AF65-F5344CB8AC3E}">
        <p14:creationId xmlns:p14="http://schemas.microsoft.com/office/powerpoint/2010/main" val="25701580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02A55-4850-433A-B85C-B58434C8E88A}"/>
              </a:ext>
            </a:extLst>
          </p:cNvPr>
          <p:cNvSpPr>
            <a:spLocks noGrp="1"/>
          </p:cNvSpPr>
          <p:nvPr>
            <p:ph type="title"/>
          </p:nvPr>
        </p:nvSpPr>
        <p:spPr/>
        <p:txBody>
          <a:bodyPr/>
          <a:lstStyle/>
          <a:p>
            <a:r>
              <a:rPr lang="en-US"/>
              <a:t>Lập trình là gì?</a:t>
            </a:r>
          </a:p>
        </p:txBody>
      </p:sp>
      <p:sp>
        <p:nvSpPr>
          <p:cNvPr id="4" name="Content Placeholder 3">
            <a:extLst>
              <a:ext uri="{FF2B5EF4-FFF2-40B4-BE49-F238E27FC236}">
                <a16:creationId xmlns:a16="http://schemas.microsoft.com/office/drawing/2014/main" id="{B468030C-BA77-4F2B-A45C-EFE1DA0BA3C6}"/>
              </a:ext>
            </a:extLst>
          </p:cNvPr>
          <p:cNvSpPr>
            <a:spLocks noGrp="1"/>
          </p:cNvSpPr>
          <p:nvPr>
            <p:ph idx="1"/>
          </p:nvPr>
        </p:nvSpPr>
        <p:spPr/>
        <p:txBody>
          <a:bodyPr/>
          <a:lstStyle/>
          <a:p>
            <a:pPr algn="just"/>
            <a:r>
              <a:rPr lang="vi-VN">
                <a:solidFill>
                  <a:srgbClr val="0000FF"/>
                </a:solidFill>
              </a:rPr>
              <a:t>Máy tính</a:t>
            </a:r>
            <a:r>
              <a:rPr lang="vi-VN"/>
              <a:t> (computer) là máy lưu trữ dữ liệu (số, văn bản, hình ảnh), tương tác với các thiết bị (màn hình, máy in, loa) và thực thi chương trình.</a:t>
            </a:r>
          </a:p>
          <a:p>
            <a:pPr algn="just"/>
            <a:r>
              <a:rPr lang="vi-VN">
                <a:solidFill>
                  <a:srgbClr val="0000FF"/>
                </a:solidFill>
              </a:rPr>
              <a:t>Chương trình máy tính</a:t>
            </a:r>
            <a:r>
              <a:rPr lang="vi-VN"/>
              <a:t> (computer program) là một chuỗi các chỉ dẫn/lệnh (instructions) để máy tính thực hiện nhằm hoàn thành một nhiệm vụ nào đó.</a:t>
            </a:r>
          </a:p>
          <a:p>
            <a:endParaRPr lang="en-US"/>
          </a:p>
        </p:txBody>
      </p:sp>
      <p:sp>
        <p:nvSpPr>
          <p:cNvPr id="3" name="Footer Placeholder 2">
            <a:extLst>
              <a:ext uri="{FF2B5EF4-FFF2-40B4-BE49-F238E27FC236}">
                <a16:creationId xmlns:a16="http://schemas.microsoft.com/office/drawing/2014/main" id="{D260D248-8FBA-4B57-B745-00FB4412E6CD}"/>
              </a:ext>
            </a:extLst>
          </p:cNvPr>
          <p:cNvSpPr>
            <a:spLocks noGrp="1"/>
          </p:cNvSpPr>
          <p:nvPr>
            <p:ph type="ftr" sz="quarter" idx="11"/>
          </p:nvPr>
        </p:nvSpPr>
        <p:spPr/>
        <p:txBody>
          <a:bodyPr/>
          <a:lstStyle/>
          <a:p>
            <a:r>
              <a:rPr lang="vi-VN"/>
              <a:t>Cơ sở lập trình - Giới thiệu về lập trình</a:t>
            </a:r>
            <a:endParaRPr lang="en-US"/>
          </a:p>
        </p:txBody>
      </p:sp>
      <p:sp>
        <p:nvSpPr>
          <p:cNvPr id="5" name="Slide Number Placeholder 4">
            <a:extLst>
              <a:ext uri="{FF2B5EF4-FFF2-40B4-BE49-F238E27FC236}">
                <a16:creationId xmlns:a16="http://schemas.microsoft.com/office/drawing/2014/main" id="{E14A05F2-60AF-4293-BAE1-C7410C101067}"/>
              </a:ext>
            </a:extLst>
          </p:cNvPr>
          <p:cNvSpPr>
            <a:spLocks noGrp="1"/>
          </p:cNvSpPr>
          <p:nvPr>
            <p:ph type="sldNum" sz="quarter" idx="12"/>
          </p:nvPr>
        </p:nvSpPr>
        <p:spPr/>
        <p:txBody>
          <a:bodyPr/>
          <a:lstStyle/>
          <a:p>
            <a:fld id="{45CA964B-B8B5-4404-ADB9-CBB2121E234F}" type="slidenum">
              <a:rPr lang="en-US" smtClean="0"/>
              <a:t>4</a:t>
            </a:fld>
            <a:endParaRPr lang="en-US"/>
          </a:p>
        </p:txBody>
      </p:sp>
      <p:pic>
        <p:nvPicPr>
          <p:cNvPr id="6" name="Picture 5">
            <a:extLst>
              <a:ext uri="{FF2B5EF4-FFF2-40B4-BE49-F238E27FC236}">
                <a16:creationId xmlns:a16="http://schemas.microsoft.com/office/drawing/2014/main" id="{DCE000B7-A21F-4533-9B05-F135D7FC36AC}"/>
              </a:ext>
            </a:extLst>
          </p:cNvPr>
          <p:cNvPicPr>
            <a:picLocks noChangeAspect="1"/>
          </p:cNvPicPr>
          <p:nvPr/>
        </p:nvPicPr>
        <p:blipFill>
          <a:blip r:embed="rId2"/>
          <a:stretch>
            <a:fillRect/>
          </a:stretch>
        </p:blipFill>
        <p:spPr>
          <a:xfrm>
            <a:off x="791211" y="3542672"/>
            <a:ext cx="7343335" cy="2178475"/>
          </a:xfrm>
          <a:prstGeom prst="rect">
            <a:avLst/>
          </a:prstGeom>
        </p:spPr>
      </p:pic>
    </p:spTree>
    <p:extLst>
      <p:ext uri="{BB962C8B-B14F-4D97-AF65-F5344CB8AC3E}">
        <p14:creationId xmlns:p14="http://schemas.microsoft.com/office/powerpoint/2010/main" val="3718318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341E04A-747A-4705-949B-7C14A4779C68}"/>
              </a:ext>
            </a:extLst>
          </p:cNvPr>
          <p:cNvSpPr>
            <a:spLocks noGrp="1"/>
          </p:cNvSpPr>
          <p:nvPr>
            <p:ph type="ftr" sz="quarter" idx="11"/>
          </p:nvPr>
        </p:nvSpPr>
        <p:spPr/>
        <p:txBody>
          <a:bodyPr/>
          <a:lstStyle/>
          <a:p>
            <a:r>
              <a:rPr lang="vi-VN"/>
              <a:t>Cơ sở lập trình - Giới thiệu về lập trình</a:t>
            </a:r>
            <a:endParaRPr lang="en-US"/>
          </a:p>
        </p:txBody>
      </p:sp>
      <p:sp>
        <p:nvSpPr>
          <p:cNvPr id="5" name="Slide Number Placeholder 4">
            <a:extLst>
              <a:ext uri="{FF2B5EF4-FFF2-40B4-BE49-F238E27FC236}">
                <a16:creationId xmlns:a16="http://schemas.microsoft.com/office/drawing/2014/main" id="{5A90676B-BFB1-4F44-8379-0BDC895129FE}"/>
              </a:ext>
            </a:extLst>
          </p:cNvPr>
          <p:cNvSpPr>
            <a:spLocks noGrp="1"/>
          </p:cNvSpPr>
          <p:nvPr>
            <p:ph type="sldNum" sz="quarter" idx="12"/>
          </p:nvPr>
        </p:nvSpPr>
        <p:spPr/>
        <p:txBody>
          <a:bodyPr/>
          <a:lstStyle/>
          <a:p>
            <a:fld id="{45CA964B-B8B5-4404-ADB9-CBB2121E234F}" type="slidenum">
              <a:rPr lang="en-US" smtClean="0"/>
              <a:t>5</a:t>
            </a:fld>
            <a:endParaRPr lang="en-US"/>
          </a:p>
        </p:txBody>
      </p:sp>
      <p:sp>
        <p:nvSpPr>
          <p:cNvPr id="4" name="Content Placeholder 3">
            <a:extLst>
              <a:ext uri="{FF2B5EF4-FFF2-40B4-BE49-F238E27FC236}">
                <a16:creationId xmlns:a16="http://schemas.microsoft.com/office/drawing/2014/main" id="{B9C2441F-B4BB-47CA-93AA-5B14D7F88AEC}"/>
              </a:ext>
            </a:extLst>
          </p:cNvPr>
          <p:cNvSpPr>
            <a:spLocks noGrp="1"/>
          </p:cNvSpPr>
          <p:nvPr>
            <p:ph idx="1"/>
          </p:nvPr>
        </p:nvSpPr>
        <p:spPr/>
        <p:txBody>
          <a:bodyPr/>
          <a:lstStyle/>
          <a:p>
            <a:pPr algn="just"/>
            <a:r>
              <a:rPr lang="vi-VN">
                <a:solidFill>
                  <a:srgbClr val="0000FF"/>
                </a:solidFill>
              </a:rPr>
              <a:t>Lập trình</a:t>
            </a:r>
            <a:r>
              <a:rPr lang="vi-VN"/>
              <a:t> (computer programming) là thiết kế (designing) và hiện thực (implementing) các chương trình máy tính bằng ngôn ngữ lập trình (programming language).</a:t>
            </a:r>
            <a:endParaRPr lang="en-US"/>
          </a:p>
        </p:txBody>
      </p:sp>
      <p:pic>
        <p:nvPicPr>
          <p:cNvPr id="12" name="Picture 11">
            <a:extLst>
              <a:ext uri="{FF2B5EF4-FFF2-40B4-BE49-F238E27FC236}">
                <a16:creationId xmlns:a16="http://schemas.microsoft.com/office/drawing/2014/main" id="{9CA374A9-5E5F-4B1B-8536-A70BFAC416CE}"/>
              </a:ext>
            </a:extLst>
          </p:cNvPr>
          <p:cNvPicPr/>
          <p:nvPr/>
        </p:nvPicPr>
        <p:blipFill>
          <a:blip r:embed="rId2"/>
          <a:stretch>
            <a:fillRect/>
          </a:stretch>
        </p:blipFill>
        <p:spPr>
          <a:xfrm>
            <a:off x="237131" y="2171132"/>
            <a:ext cx="8686799" cy="2999741"/>
          </a:xfrm>
          <a:prstGeom prst="rect">
            <a:avLst/>
          </a:prstGeom>
        </p:spPr>
      </p:pic>
    </p:spTree>
    <p:extLst>
      <p:ext uri="{BB962C8B-B14F-4D97-AF65-F5344CB8AC3E}">
        <p14:creationId xmlns:p14="http://schemas.microsoft.com/office/powerpoint/2010/main" val="16468038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EE730-5E7D-4F3E-B2D5-A4704192C58E}"/>
              </a:ext>
            </a:extLst>
          </p:cNvPr>
          <p:cNvSpPr>
            <a:spLocks noGrp="1"/>
          </p:cNvSpPr>
          <p:nvPr>
            <p:ph type="title"/>
          </p:nvPr>
        </p:nvSpPr>
        <p:spPr/>
        <p:txBody>
          <a:bodyPr/>
          <a:lstStyle/>
          <a:p>
            <a:r>
              <a:rPr lang="en-US"/>
              <a:t>Nội dung</a:t>
            </a:r>
          </a:p>
        </p:txBody>
      </p:sp>
      <p:sp>
        <p:nvSpPr>
          <p:cNvPr id="6" name="Content Placeholder 5">
            <a:extLst>
              <a:ext uri="{FF2B5EF4-FFF2-40B4-BE49-F238E27FC236}">
                <a16:creationId xmlns:a16="http://schemas.microsoft.com/office/drawing/2014/main" id="{E4969F6F-85F7-41BC-917B-662067F0EC4B}"/>
              </a:ext>
            </a:extLst>
          </p:cNvPr>
          <p:cNvSpPr>
            <a:spLocks noGrp="1"/>
          </p:cNvSpPr>
          <p:nvPr>
            <p:ph idx="1"/>
          </p:nvPr>
        </p:nvSpPr>
        <p:spPr/>
        <p:txBody>
          <a:bodyPr/>
          <a:lstStyle/>
          <a:p>
            <a:r>
              <a:rPr lang="vi-VN">
                <a:solidFill>
                  <a:schemeClr val="tx1">
                    <a:lumMod val="50000"/>
                    <a:lumOff val="50000"/>
                  </a:schemeClr>
                </a:solidFill>
              </a:rPr>
              <a:t>Lập trình là gì?</a:t>
            </a:r>
          </a:p>
          <a:p>
            <a:r>
              <a:rPr lang="vi-VN">
                <a:solidFill>
                  <a:schemeClr val="tx1">
                    <a:lumMod val="95000"/>
                    <a:lumOff val="5000"/>
                  </a:schemeClr>
                </a:solidFill>
              </a:rPr>
              <a:t>Quy trình phát triển một chương trình</a:t>
            </a:r>
            <a:endParaRPr lang="en-US">
              <a:solidFill>
                <a:schemeClr val="tx1">
                  <a:lumMod val="95000"/>
                  <a:lumOff val="5000"/>
                </a:schemeClr>
              </a:solidFill>
            </a:endParaRPr>
          </a:p>
          <a:p>
            <a:pPr lvl="1"/>
            <a:r>
              <a:rPr lang="vi-VN">
                <a:solidFill>
                  <a:schemeClr val="tx1">
                    <a:lumMod val="95000"/>
                    <a:lumOff val="5000"/>
                  </a:schemeClr>
                </a:solidFill>
              </a:rPr>
              <a:t>Bước 1. Phân tích vấn đề</a:t>
            </a:r>
          </a:p>
          <a:p>
            <a:pPr lvl="1"/>
            <a:r>
              <a:rPr lang="vi-VN">
                <a:solidFill>
                  <a:schemeClr val="tx1">
                    <a:lumMod val="95000"/>
                    <a:lumOff val="5000"/>
                  </a:schemeClr>
                </a:solidFill>
              </a:rPr>
              <a:t>Bước 2. Thiết kế thuật giải</a:t>
            </a:r>
          </a:p>
          <a:p>
            <a:pPr lvl="1"/>
            <a:r>
              <a:rPr lang="vi-VN">
                <a:solidFill>
                  <a:schemeClr val="tx1">
                    <a:lumMod val="95000"/>
                    <a:lumOff val="5000"/>
                  </a:schemeClr>
                </a:solidFill>
              </a:rPr>
              <a:t>Bước 3. Lập trình</a:t>
            </a:r>
          </a:p>
          <a:p>
            <a:pPr lvl="1"/>
            <a:r>
              <a:rPr lang="vi-VN">
                <a:solidFill>
                  <a:schemeClr val="tx1">
                    <a:lumMod val="95000"/>
                    <a:lumOff val="5000"/>
                  </a:schemeClr>
                </a:solidFill>
              </a:rPr>
              <a:t>Bước 4. Kiểm thử</a:t>
            </a:r>
          </a:p>
          <a:p>
            <a:r>
              <a:rPr lang="vi-VN">
                <a:solidFill>
                  <a:schemeClr val="tx1">
                    <a:lumMod val="50000"/>
                    <a:lumOff val="50000"/>
                  </a:schemeClr>
                </a:solidFill>
              </a:rPr>
              <a:t>Lịch sử của ngôn ngữ lập trình</a:t>
            </a:r>
          </a:p>
          <a:p>
            <a:r>
              <a:rPr lang="vi-VN">
                <a:solidFill>
                  <a:schemeClr val="tx1">
                    <a:lumMod val="50000"/>
                    <a:lumOff val="50000"/>
                  </a:schemeClr>
                </a:solidFill>
              </a:rPr>
              <a:t>Ngôn ngữ lập trình C++</a:t>
            </a:r>
          </a:p>
        </p:txBody>
      </p:sp>
      <p:sp>
        <p:nvSpPr>
          <p:cNvPr id="3" name="Footer Placeholder 2">
            <a:extLst>
              <a:ext uri="{FF2B5EF4-FFF2-40B4-BE49-F238E27FC236}">
                <a16:creationId xmlns:a16="http://schemas.microsoft.com/office/drawing/2014/main" id="{5421A25A-DC0C-494A-9B7A-AC690DFB6137}"/>
              </a:ext>
            </a:extLst>
          </p:cNvPr>
          <p:cNvSpPr>
            <a:spLocks noGrp="1"/>
          </p:cNvSpPr>
          <p:nvPr>
            <p:ph type="ftr" sz="quarter" idx="11"/>
          </p:nvPr>
        </p:nvSpPr>
        <p:spPr/>
        <p:txBody>
          <a:bodyPr/>
          <a:lstStyle/>
          <a:p>
            <a:r>
              <a:rPr lang="vi-VN"/>
              <a:t>Cơ sở lập trình - Giới thiệu về lập trình</a:t>
            </a:r>
            <a:endParaRPr lang="en-US"/>
          </a:p>
        </p:txBody>
      </p:sp>
      <p:sp>
        <p:nvSpPr>
          <p:cNvPr id="4" name="Slide Number Placeholder 3">
            <a:extLst>
              <a:ext uri="{FF2B5EF4-FFF2-40B4-BE49-F238E27FC236}">
                <a16:creationId xmlns:a16="http://schemas.microsoft.com/office/drawing/2014/main" id="{CED90143-ACC9-4004-91AB-89A45C5AF581}"/>
              </a:ext>
            </a:extLst>
          </p:cNvPr>
          <p:cNvSpPr>
            <a:spLocks noGrp="1"/>
          </p:cNvSpPr>
          <p:nvPr>
            <p:ph type="sldNum" sz="quarter" idx="12"/>
          </p:nvPr>
        </p:nvSpPr>
        <p:spPr/>
        <p:txBody>
          <a:bodyPr/>
          <a:lstStyle/>
          <a:p>
            <a:fld id="{45CA964B-B8B5-4404-ADB9-CBB2121E234F}" type="slidenum">
              <a:rPr lang="en-US" smtClean="0"/>
              <a:t>6</a:t>
            </a:fld>
            <a:endParaRPr lang="en-US"/>
          </a:p>
        </p:txBody>
      </p:sp>
    </p:spTree>
    <p:extLst>
      <p:ext uri="{BB962C8B-B14F-4D97-AF65-F5344CB8AC3E}">
        <p14:creationId xmlns:p14="http://schemas.microsoft.com/office/powerpoint/2010/main" val="8663374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EE52-7DBE-46A8-B71E-F4C23441639B}"/>
              </a:ext>
            </a:extLst>
          </p:cNvPr>
          <p:cNvSpPr>
            <a:spLocks noGrp="1"/>
          </p:cNvSpPr>
          <p:nvPr>
            <p:ph type="title"/>
          </p:nvPr>
        </p:nvSpPr>
        <p:spPr/>
        <p:txBody>
          <a:bodyPr/>
          <a:lstStyle/>
          <a:p>
            <a:r>
              <a:rPr lang="vi-VN"/>
              <a:t>Quy trình phát triển một chương trình</a:t>
            </a:r>
            <a:endParaRPr lang="en-US"/>
          </a:p>
        </p:txBody>
      </p:sp>
      <p:pic>
        <p:nvPicPr>
          <p:cNvPr id="6" name="Content Placeholder 5" descr="A picture containing electronics&#10;&#10;Description generated with very high confidence">
            <a:extLst>
              <a:ext uri="{FF2B5EF4-FFF2-40B4-BE49-F238E27FC236}">
                <a16:creationId xmlns:a16="http://schemas.microsoft.com/office/drawing/2014/main" id="{193D7040-9454-4186-853F-F5744B5E7F4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40247" y="1235044"/>
            <a:ext cx="6663506" cy="5114987"/>
          </a:xfrm>
        </p:spPr>
      </p:pic>
      <p:sp>
        <p:nvSpPr>
          <p:cNvPr id="3" name="Footer Placeholder 2">
            <a:extLst>
              <a:ext uri="{FF2B5EF4-FFF2-40B4-BE49-F238E27FC236}">
                <a16:creationId xmlns:a16="http://schemas.microsoft.com/office/drawing/2014/main" id="{B300B79B-8993-45EF-AF76-048C5DF52652}"/>
              </a:ext>
            </a:extLst>
          </p:cNvPr>
          <p:cNvSpPr>
            <a:spLocks noGrp="1"/>
          </p:cNvSpPr>
          <p:nvPr>
            <p:ph type="ftr" sz="quarter" idx="11"/>
          </p:nvPr>
        </p:nvSpPr>
        <p:spPr/>
        <p:txBody>
          <a:bodyPr/>
          <a:lstStyle/>
          <a:p>
            <a:r>
              <a:rPr lang="vi-VN"/>
              <a:t>Cơ sở lập trình - Giới thiệu về lập trình</a:t>
            </a:r>
            <a:endParaRPr lang="en-US"/>
          </a:p>
        </p:txBody>
      </p:sp>
      <p:sp>
        <p:nvSpPr>
          <p:cNvPr id="4" name="Slide Number Placeholder 3">
            <a:extLst>
              <a:ext uri="{FF2B5EF4-FFF2-40B4-BE49-F238E27FC236}">
                <a16:creationId xmlns:a16="http://schemas.microsoft.com/office/drawing/2014/main" id="{565F8AF6-01D5-4696-B7D9-800203BABF9E}"/>
              </a:ext>
            </a:extLst>
          </p:cNvPr>
          <p:cNvSpPr>
            <a:spLocks noGrp="1"/>
          </p:cNvSpPr>
          <p:nvPr>
            <p:ph type="sldNum" sz="quarter" idx="12"/>
          </p:nvPr>
        </p:nvSpPr>
        <p:spPr/>
        <p:txBody>
          <a:bodyPr/>
          <a:lstStyle/>
          <a:p>
            <a:fld id="{45CA964B-B8B5-4404-ADB9-CBB2121E234F}" type="slidenum">
              <a:rPr lang="en-US" smtClean="0"/>
              <a:t>7</a:t>
            </a:fld>
            <a:endParaRPr lang="en-US"/>
          </a:p>
        </p:txBody>
      </p:sp>
    </p:spTree>
    <p:extLst>
      <p:ext uri="{BB962C8B-B14F-4D97-AF65-F5344CB8AC3E}">
        <p14:creationId xmlns:p14="http://schemas.microsoft.com/office/powerpoint/2010/main" val="41462200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1158EA9-C658-4734-B563-C69668190A21}"/>
              </a:ext>
            </a:extLst>
          </p:cNvPr>
          <p:cNvSpPr>
            <a:spLocks noGrp="1"/>
          </p:cNvSpPr>
          <p:nvPr>
            <p:ph type="ftr" sz="quarter" idx="11"/>
          </p:nvPr>
        </p:nvSpPr>
        <p:spPr/>
        <p:txBody>
          <a:bodyPr/>
          <a:lstStyle/>
          <a:p>
            <a:r>
              <a:rPr lang="vi-VN"/>
              <a:t>Cơ sở lập trình - Giới thiệu về lập trình</a:t>
            </a:r>
            <a:endParaRPr lang="en-US"/>
          </a:p>
        </p:txBody>
      </p:sp>
      <p:sp>
        <p:nvSpPr>
          <p:cNvPr id="5" name="Slide Number Placeholder 4">
            <a:extLst>
              <a:ext uri="{FF2B5EF4-FFF2-40B4-BE49-F238E27FC236}">
                <a16:creationId xmlns:a16="http://schemas.microsoft.com/office/drawing/2014/main" id="{BFF51DF6-9FA8-4E84-B1C5-A5B5DC4E2432}"/>
              </a:ext>
            </a:extLst>
          </p:cNvPr>
          <p:cNvSpPr>
            <a:spLocks noGrp="1"/>
          </p:cNvSpPr>
          <p:nvPr>
            <p:ph type="sldNum" sz="quarter" idx="12"/>
          </p:nvPr>
        </p:nvSpPr>
        <p:spPr/>
        <p:txBody>
          <a:bodyPr/>
          <a:lstStyle/>
          <a:p>
            <a:fld id="{45CA964B-B8B5-4404-ADB9-CBB2121E234F}" type="slidenum">
              <a:rPr lang="en-US" smtClean="0"/>
              <a:t>8</a:t>
            </a:fld>
            <a:endParaRPr lang="en-US"/>
          </a:p>
        </p:txBody>
      </p:sp>
      <p:sp>
        <p:nvSpPr>
          <p:cNvPr id="4" name="Content Placeholder 3">
            <a:extLst>
              <a:ext uri="{FF2B5EF4-FFF2-40B4-BE49-F238E27FC236}">
                <a16:creationId xmlns:a16="http://schemas.microsoft.com/office/drawing/2014/main" id="{17C9DE01-7573-40E9-9CDA-3AAF2D6E717B}"/>
              </a:ext>
            </a:extLst>
          </p:cNvPr>
          <p:cNvSpPr>
            <a:spLocks noGrp="1"/>
          </p:cNvSpPr>
          <p:nvPr>
            <p:ph idx="1"/>
          </p:nvPr>
        </p:nvSpPr>
        <p:spPr/>
        <p:txBody>
          <a:bodyPr/>
          <a:lstStyle/>
          <a:p>
            <a:pPr algn="just">
              <a:lnSpc>
                <a:spcPct val="100000"/>
              </a:lnSpc>
            </a:pPr>
            <a:r>
              <a:rPr lang="vi-VN" dirty="0">
                <a:solidFill>
                  <a:srgbClr val="0000FF"/>
                </a:solidFill>
              </a:rPr>
              <a:t>Phân tích vấn đề </a:t>
            </a:r>
            <a:r>
              <a:rPr lang="vi-VN" dirty="0"/>
              <a:t>(analyze the prolem). Xác định các dữ liệu sẽ được cung cấp (input) và kết quả cần phải có (output). Output là mục tiêu của việc giải quyết vấn đề. Input là các dữ liệu cần có để đạt được mục tiêu.</a:t>
            </a:r>
          </a:p>
          <a:p>
            <a:pPr lvl="1" algn="just">
              <a:lnSpc>
                <a:spcPct val="100000"/>
              </a:lnSpc>
            </a:pPr>
            <a:r>
              <a:rPr lang="vi-VN"/>
              <a:t>Sử dụng lưu đồ IPO (Input, Processing, Output) để sắp xếp và trình bày kết quả của bước phân tích.</a:t>
            </a:r>
          </a:p>
          <a:p>
            <a:pPr marL="336550" lvl="1" indent="0" algn="just">
              <a:lnSpc>
                <a:spcPct val="100000"/>
              </a:lnSpc>
              <a:buNone/>
            </a:pPr>
            <a:endParaRPr lang="vi-VN"/>
          </a:p>
          <a:p>
            <a:pPr algn="just">
              <a:lnSpc>
                <a:spcPct val="100000"/>
              </a:lnSpc>
            </a:pPr>
            <a:r>
              <a:rPr lang="vi-VN" dirty="0">
                <a:solidFill>
                  <a:srgbClr val="0000FF"/>
                </a:solidFill>
              </a:rPr>
              <a:t>Thiết kế thuật giải </a:t>
            </a:r>
            <a:r>
              <a:rPr lang="vi-VN" dirty="0"/>
              <a:t>(design the algorithm). Đây là bước trọng tâm của quy trình giải quyết vấn đề. Tùy vào tính phức tạp và khó</a:t>
            </a:r>
            <a:r>
              <a:rPr lang="en-US" dirty="0"/>
              <a:t> </a:t>
            </a:r>
            <a:r>
              <a:rPr lang="vi-VN" dirty="0"/>
              <a:t>khăn của từng vấn đề, bước này có thể chỉ cần một người làm việc trong vài giờ hoặc cần đến cả một đội ngũ lập trình viên làm việc trong vài tháng.</a:t>
            </a:r>
          </a:p>
          <a:p>
            <a:pPr lvl="1">
              <a:lnSpc>
                <a:spcPct val="100000"/>
              </a:lnSpc>
            </a:pPr>
            <a:r>
              <a:rPr lang="vi-VN" dirty="0"/>
              <a:t>Sử dụng flowchart hoặc pseudo-code (mã giả) để mô tả thuật giải.</a:t>
            </a:r>
          </a:p>
          <a:p>
            <a:pPr>
              <a:lnSpc>
                <a:spcPct val="100000"/>
              </a:lnSpc>
            </a:pPr>
            <a:endParaRPr lang="en-US" dirty="0"/>
          </a:p>
        </p:txBody>
      </p:sp>
    </p:spTree>
    <p:extLst>
      <p:ext uri="{BB962C8B-B14F-4D97-AF65-F5344CB8AC3E}">
        <p14:creationId xmlns:p14="http://schemas.microsoft.com/office/powerpoint/2010/main" val="137770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98C1BEA-18BF-4075-AD23-EF8692DD7C51}"/>
              </a:ext>
            </a:extLst>
          </p:cNvPr>
          <p:cNvSpPr>
            <a:spLocks noGrp="1"/>
          </p:cNvSpPr>
          <p:nvPr>
            <p:ph type="ftr" sz="quarter" idx="11"/>
          </p:nvPr>
        </p:nvSpPr>
        <p:spPr/>
        <p:txBody>
          <a:bodyPr/>
          <a:lstStyle/>
          <a:p>
            <a:r>
              <a:rPr lang="vi-VN"/>
              <a:t>Cơ sở lập trình - Giới thiệu về lập trình</a:t>
            </a:r>
            <a:endParaRPr lang="en-US"/>
          </a:p>
        </p:txBody>
      </p:sp>
      <p:sp>
        <p:nvSpPr>
          <p:cNvPr id="5" name="Slide Number Placeholder 4">
            <a:extLst>
              <a:ext uri="{FF2B5EF4-FFF2-40B4-BE49-F238E27FC236}">
                <a16:creationId xmlns:a16="http://schemas.microsoft.com/office/drawing/2014/main" id="{69F66C2C-6AA2-4BC4-A84D-F61FCE4E90A6}"/>
              </a:ext>
            </a:extLst>
          </p:cNvPr>
          <p:cNvSpPr>
            <a:spLocks noGrp="1"/>
          </p:cNvSpPr>
          <p:nvPr>
            <p:ph type="sldNum" sz="quarter" idx="12"/>
          </p:nvPr>
        </p:nvSpPr>
        <p:spPr/>
        <p:txBody>
          <a:bodyPr/>
          <a:lstStyle/>
          <a:p>
            <a:fld id="{45CA964B-B8B5-4404-ADB9-CBB2121E234F}" type="slidenum">
              <a:rPr lang="en-US" smtClean="0"/>
              <a:t>9</a:t>
            </a:fld>
            <a:endParaRPr lang="en-US"/>
          </a:p>
        </p:txBody>
      </p:sp>
      <p:sp>
        <p:nvSpPr>
          <p:cNvPr id="4" name="Content Placeholder 3">
            <a:extLst>
              <a:ext uri="{FF2B5EF4-FFF2-40B4-BE49-F238E27FC236}">
                <a16:creationId xmlns:a16="http://schemas.microsoft.com/office/drawing/2014/main" id="{CCDF7C10-A4E6-4E26-9530-3D6164E723C5}"/>
              </a:ext>
            </a:extLst>
          </p:cNvPr>
          <p:cNvSpPr>
            <a:spLocks noGrp="1"/>
          </p:cNvSpPr>
          <p:nvPr>
            <p:ph idx="1"/>
          </p:nvPr>
        </p:nvSpPr>
        <p:spPr/>
        <p:txBody>
          <a:bodyPr/>
          <a:lstStyle/>
          <a:p>
            <a:pPr algn="just">
              <a:lnSpc>
                <a:spcPct val="100000"/>
              </a:lnSpc>
            </a:pPr>
            <a:r>
              <a:rPr lang="vi-VN">
                <a:solidFill>
                  <a:srgbClr val="0000FF"/>
                </a:solidFill>
              </a:rPr>
              <a:t>Lập trình</a:t>
            </a:r>
            <a:r>
              <a:rPr lang="vi-VN"/>
              <a:t> (code the program). Viết các câu lệnh (mã hóa chương trình) bằng một ngôn ngữ lập trình để hiện thực bản thiết kế đã tạo ở bước 2. Kết quả của bước này là chương trình (program).</a:t>
            </a:r>
          </a:p>
          <a:p>
            <a:pPr lvl="1" algn="just">
              <a:lnSpc>
                <a:spcPct val="100000"/>
              </a:lnSpc>
            </a:pPr>
            <a:r>
              <a:rPr lang="vi-VN"/>
              <a:t>Sử dụng ngôn ngữ lập trình C++.</a:t>
            </a:r>
          </a:p>
          <a:p>
            <a:pPr algn="just">
              <a:lnSpc>
                <a:spcPct val="100000"/>
              </a:lnSpc>
            </a:pPr>
            <a:r>
              <a:rPr lang="vi-VN">
                <a:solidFill>
                  <a:srgbClr val="0000FF"/>
                </a:solidFill>
              </a:rPr>
              <a:t>Kiểm thử</a:t>
            </a:r>
            <a:r>
              <a:rPr lang="vi-VN"/>
              <a:t> (test the program). Kiểm tra có thực sự giải quyết được vấn đề đã cho hay chưa?</a:t>
            </a:r>
            <a:endParaRPr lang="en-US"/>
          </a:p>
        </p:txBody>
      </p:sp>
    </p:spTree>
    <p:extLst>
      <p:ext uri="{BB962C8B-B14F-4D97-AF65-F5344CB8AC3E}">
        <p14:creationId xmlns:p14="http://schemas.microsoft.com/office/powerpoint/2010/main" val="36602688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04B1C-75B9-4B1E-B75D-23C2337A97D5}"/>
              </a:ext>
            </a:extLst>
          </p:cNvPr>
          <p:cNvSpPr>
            <a:spLocks noGrp="1"/>
          </p:cNvSpPr>
          <p:nvPr>
            <p:ph type="title"/>
          </p:nvPr>
        </p:nvSpPr>
        <p:spPr/>
        <p:txBody>
          <a:bodyPr/>
          <a:lstStyle/>
          <a:p>
            <a:r>
              <a:rPr lang="vi-VN"/>
              <a:t>Bước 1. Phân tích vấn đề</a:t>
            </a:r>
            <a:endParaRPr lang="en-US"/>
          </a:p>
        </p:txBody>
      </p:sp>
      <p:sp>
        <p:nvSpPr>
          <p:cNvPr id="4" name="Content Placeholder 3">
            <a:extLst>
              <a:ext uri="{FF2B5EF4-FFF2-40B4-BE49-F238E27FC236}">
                <a16:creationId xmlns:a16="http://schemas.microsoft.com/office/drawing/2014/main" id="{E609E90C-D33B-44BF-9686-DEFA8462AE68}"/>
              </a:ext>
            </a:extLst>
          </p:cNvPr>
          <p:cNvSpPr>
            <a:spLocks noGrp="1"/>
          </p:cNvSpPr>
          <p:nvPr>
            <p:ph idx="1"/>
          </p:nvPr>
        </p:nvSpPr>
        <p:spPr/>
        <p:txBody>
          <a:bodyPr/>
          <a:lstStyle/>
          <a:p>
            <a:pPr algn="just">
              <a:lnSpc>
                <a:spcPct val="100000"/>
              </a:lnSpc>
            </a:pPr>
            <a:r>
              <a:rPr lang="vi-VN" b="1"/>
              <a:t>Mô tả vấn đề</a:t>
            </a:r>
            <a:r>
              <a:rPr lang="vi-VN"/>
              <a:t>: Một cửa hàng bán ti vi cần một chương trình tính tiền và in và số tiền khách phải trả. Số tiền khách hàng phải trả được tính bằng cách lấy giá bán ti vi nhân với tỷ lệ thuế, sau đó cộng với giá bán.</a:t>
            </a:r>
            <a:endParaRPr lang="en-US"/>
          </a:p>
          <a:p>
            <a:pPr lvl="1" algn="just">
              <a:lnSpc>
                <a:spcPct val="100000"/>
              </a:lnSpc>
            </a:pPr>
            <a:r>
              <a:rPr lang="vi-VN"/>
              <a:t>Xác định output: người sử dụng cần hiển thị cái gì ra màn hình, ra máy in hoặc cần lưu trữ cái gì ra file? → tiền phải trả.</a:t>
            </a:r>
          </a:p>
          <a:p>
            <a:pPr lvl="1" algn="just">
              <a:lnSpc>
                <a:spcPct val="100000"/>
              </a:lnSpc>
            </a:pPr>
            <a:r>
              <a:rPr lang="vi-VN"/>
              <a:t>Xác định input: thông tin máy tính cần phải biết để có thể hiển thị kết quả ra màn hình, ra máy in hoặc lưu trữ ra file là gì? → giá bán và tỷ lệ thuế.</a:t>
            </a:r>
          </a:p>
          <a:p>
            <a:pPr lvl="1" algn="just">
              <a:lnSpc>
                <a:spcPct val="100000"/>
              </a:lnSpc>
            </a:pPr>
            <a:r>
              <a:rPr lang="en-US"/>
              <a:t>Dùng lưu đồ IPO để trình bày kết quả của bước phân tích:</a:t>
            </a:r>
          </a:p>
        </p:txBody>
      </p:sp>
      <p:sp>
        <p:nvSpPr>
          <p:cNvPr id="3" name="Footer Placeholder 2">
            <a:extLst>
              <a:ext uri="{FF2B5EF4-FFF2-40B4-BE49-F238E27FC236}">
                <a16:creationId xmlns:a16="http://schemas.microsoft.com/office/drawing/2014/main" id="{8D38D6D1-699F-41AD-B16E-ED5E629538EE}"/>
              </a:ext>
            </a:extLst>
          </p:cNvPr>
          <p:cNvSpPr>
            <a:spLocks noGrp="1"/>
          </p:cNvSpPr>
          <p:nvPr>
            <p:ph type="ftr" sz="quarter" idx="11"/>
          </p:nvPr>
        </p:nvSpPr>
        <p:spPr/>
        <p:txBody>
          <a:bodyPr/>
          <a:lstStyle/>
          <a:p>
            <a:r>
              <a:rPr lang="vi-VN"/>
              <a:t>Cơ sở lập trình - Giới thiệu về lập trình</a:t>
            </a:r>
            <a:endParaRPr lang="en-US"/>
          </a:p>
        </p:txBody>
      </p:sp>
      <p:sp>
        <p:nvSpPr>
          <p:cNvPr id="5" name="Slide Number Placeholder 4">
            <a:extLst>
              <a:ext uri="{FF2B5EF4-FFF2-40B4-BE49-F238E27FC236}">
                <a16:creationId xmlns:a16="http://schemas.microsoft.com/office/drawing/2014/main" id="{7125B2A1-9113-47CE-BB47-A4D4CFAE1BCA}"/>
              </a:ext>
            </a:extLst>
          </p:cNvPr>
          <p:cNvSpPr>
            <a:spLocks noGrp="1"/>
          </p:cNvSpPr>
          <p:nvPr>
            <p:ph type="sldNum" sz="quarter" idx="12"/>
          </p:nvPr>
        </p:nvSpPr>
        <p:spPr/>
        <p:txBody>
          <a:bodyPr/>
          <a:lstStyle/>
          <a:p>
            <a:fld id="{45CA964B-B8B5-4404-ADB9-CBB2121E234F}" type="slidenum">
              <a:rPr lang="en-US" smtClean="0"/>
              <a:t>10</a:t>
            </a:fld>
            <a:endParaRPr lang="en-US"/>
          </a:p>
        </p:txBody>
      </p:sp>
    </p:spTree>
    <p:extLst>
      <p:ext uri="{BB962C8B-B14F-4D97-AF65-F5344CB8AC3E}">
        <p14:creationId xmlns:p14="http://schemas.microsoft.com/office/powerpoint/2010/main" val="1761175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8FF5262-D710-49FF-854B-D79E180A8A34}"/>
              </a:ext>
            </a:extLst>
          </p:cNvPr>
          <p:cNvSpPr>
            <a:spLocks noGrp="1"/>
          </p:cNvSpPr>
          <p:nvPr>
            <p:ph type="ftr" sz="quarter" idx="11"/>
          </p:nvPr>
        </p:nvSpPr>
        <p:spPr/>
        <p:txBody>
          <a:bodyPr/>
          <a:lstStyle/>
          <a:p>
            <a:r>
              <a:rPr lang="vi-VN"/>
              <a:t>Cơ sở lập trình - Giới thiệu về lập trình</a:t>
            </a:r>
            <a:endParaRPr lang="en-US"/>
          </a:p>
        </p:txBody>
      </p:sp>
      <p:sp>
        <p:nvSpPr>
          <p:cNvPr id="4" name="Slide Number Placeholder 3">
            <a:extLst>
              <a:ext uri="{FF2B5EF4-FFF2-40B4-BE49-F238E27FC236}">
                <a16:creationId xmlns:a16="http://schemas.microsoft.com/office/drawing/2014/main" id="{7E96E774-FE84-4EDE-AC44-2A2D297411B6}"/>
              </a:ext>
            </a:extLst>
          </p:cNvPr>
          <p:cNvSpPr>
            <a:spLocks noGrp="1"/>
          </p:cNvSpPr>
          <p:nvPr>
            <p:ph type="sldNum" sz="quarter" idx="12"/>
          </p:nvPr>
        </p:nvSpPr>
        <p:spPr/>
        <p:txBody>
          <a:bodyPr/>
          <a:lstStyle/>
          <a:p>
            <a:fld id="{45CA964B-B8B5-4404-ADB9-CBB2121E234F}" type="slidenum">
              <a:rPr lang="en-US" smtClean="0"/>
              <a:t>11</a:t>
            </a:fld>
            <a:endParaRPr lang="en-US"/>
          </a:p>
        </p:txBody>
      </p:sp>
      <p:graphicFrame>
        <p:nvGraphicFramePr>
          <p:cNvPr id="5" name="Content Placeholder 4">
            <a:extLst>
              <a:ext uri="{FF2B5EF4-FFF2-40B4-BE49-F238E27FC236}">
                <a16:creationId xmlns:a16="http://schemas.microsoft.com/office/drawing/2014/main" id="{0D4D4BF5-D844-4CE1-939D-E2DEF235A193}"/>
              </a:ext>
            </a:extLst>
          </p:cNvPr>
          <p:cNvGraphicFramePr>
            <a:graphicFrameLocks noGrp="1"/>
          </p:cNvGraphicFramePr>
          <p:nvPr>
            <p:ph idx="1"/>
            <p:extLst>
              <p:ext uri="{D42A27DB-BD31-4B8C-83A1-F6EECF244321}">
                <p14:modId xmlns:p14="http://schemas.microsoft.com/office/powerpoint/2010/main" val="3505360533"/>
              </p:ext>
            </p:extLst>
          </p:nvPr>
        </p:nvGraphicFramePr>
        <p:xfrm>
          <a:off x="237130" y="1209879"/>
          <a:ext cx="8686800" cy="2948783"/>
        </p:xfrm>
        <a:graphic>
          <a:graphicData uri="http://schemas.openxmlformats.org/drawingml/2006/table">
            <a:tbl>
              <a:tblPr firstRow="1">
                <a:tableStyleId>{2D5ABB26-0587-4C30-8999-92F81FD0307C}</a:tableStyleId>
              </a:tblPr>
              <a:tblGrid>
                <a:gridCol w="1680752">
                  <a:extLst>
                    <a:ext uri="{9D8B030D-6E8A-4147-A177-3AD203B41FA5}">
                      <a16:colId xmlns:a16="http://schemas.microsoft.com/office/drawing/2014/main" val="751555151"/>
                    </a:ext>
                  </a:extLst>
                </a:gridCol>
                <a:gridCol w="4999704">
                  <a:extLst>
                    <a:ext uri="{9D8B030D-6E8A-4147-A177-3AD203B41FA5}">
                      <a16:colId xmlns:a16="http://schemas.microsoft.com/office/drawing/2014/main" val="1670097072"/>
                    </a:ext>
                  </a:extLst>
                </a:gridCol>
                <a:gridCol w="2006344">
                  <a:extLst>
                    <a:ext uri="{9D8B030D-6E8A-4147-A177-3AD203B41FA5}">
                      <a16:colId xmlns:a16="http://schemas.microsoft.com/office/drawing/2014/main" val="2062655766"/>
                    </a:ext>
                  </a:extLst>
                </a:gridCol>
              </a:tblGrid>
              <a:tr h="390628">
                <a:tc>
                  <a:txBody>
                    <a:bodyPr/>
                    <a:lstStyle/>
                    <a:p>
                      <a:pPr marL="78740" marR="0" indent="0">
                        <a:lnSpc>
                          <a:spcPct val="107000"/>
                        </a:lnSpc>
                        <a:spcBef>
                          <a:spcPts val="0"/>
                        </a:spcBef>
                        <a:spcAft>
                          <a:spcPts val="0"/>
                        </a:spcAft>
                      </a:pPr>
                      <a:r>
                        <a:rPr lang="en-US" sz="2400" b="1">
                          <a:effectLst/>
                        </a:rPr>
                        <a:t>Input</a:t>
                      </a:r>
                      <a:endParaRPr lang="en-US"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30480" marT="59055" marB="0">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marR="0" indent="0">
                        <a:lnSpc>
                          <a:spcPct val="107000"/>
                        </a:lnSpc>
                        <a:spcBef>
                          <a:spcPts val="0"/>
                        </a:spcBef>
                        <a:spcAft>
                          <a:spcPts val="0"/>
                        </a:spcAft>
                      </a:pPr>
                      <a:r>
                        <a:rPr lang="en-US" sz="2400" b="1">
                          <a:effectLst/>
                        </a:rPr>
                        <a:t>Processing</a:t>
                      </a:r>
                      <a:endParaRPr lang="en-US"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30480" marT="59055" marB="0">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marR="0" indent="0">
                        <a:lnSpc>
                          <a:spcPct val="107000"/>
                        </a:lnSpc>
                        <a:spcBef>
                          <a:spcPts val="0"/>
                        </a:spcBef>
                        <a:spcAft>
                          <a:spcPts val="0"/>
                        </a:spcAft>
                      </a:pPr>
                      <a:r>
                        <a:rPr lang="en-US" sz="2400" b="1">
                          <a:effectLst/>
                        </a:rPr>
                        <a:t>Output</a:t>
                      </a:r>
                      <a:endParaRPr lang="en-US"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30480" marT="59055" marB="0">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7784016"/>
                  </a:ext>
                </a:extLst>
              </a:tr>
              <a:tr h="943897">
                <a:tc>
                  <a:txBody>
                    <a:bodyPr/>
                    <a:lstStyle/>
                    <a:p>
                      <a:pPr marL="78740" marR="337820" indent="0">
                        <a:lnSpc>
                          <a:spcPct val="107000"/>
                        </a:lnSpc>
                        <a:spcBef>
                          <a:spcPts val="0"/>
                        </a:spcBef>
                        <a:spcAft>
                          <a:spcPts val="0"/>
                        </a:spcAft>
                      </a:pPr>
                      <a:r>
                        <a:rPr lang="en-US" sz="2400">
                          <a:effectLst/>
                        </a:rPr>
                        <a:t>giá bán </a:t>
                      </a:r>
                    </a:p>
                    <a:p>
                      <a:pPr marL="78740" marR="337820" indent="0">
                        <a:lnSpc>
                          <a:spcPct val="107000"/>
                        </a:lnSpc>
                        <a:spcBef>
                          <a:spcPts val="0"/>
                        </a:spcBef>
                        <a:spcAft>
                          <a:spcPts val="0"/>
                        </a:spcAft>
                      </a:pPr>
                      <a:r>
                        <a:rPr lang="en-US" sz="2400">
                          <a:effectLst/>
                        </a:rPr>
                        <a:t>tỷ lệ thuế</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30480" marT="59055" marB="0">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tcPr>
                </a:tc>
                <a:tc>
                  <a:txBody>
                    <a:bodyPr/>
                    <a:lstStyle/>
                    <a:p>
                      <a:pPr marL="0" marR="0" indent="0">
                        <a:lnSpc>
                          <a:spcPct val="107000"/>
                        </a:lnSpc>
                        <a:spcBef>
                          <a:spcPts val="0"/>
                        </a:spcBef>
                        <a:spcAft>
                          <a:spcPts val="1080"/>
                        </a:spcAft>
                      </a:pPr>
                      <a:r>
                        <a:rPr lang="en-US" sz="2400">
                          <a:effectLst/>
                        </a:rPr>
                        <a:t>Processing items:</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30480" marT="59055" marB="0">
                    <a:lnT w="9525" cap="flat" cmpd="sng" algn="ctr">
                      <a:solidFill>
                        <a:schemeClr val="tx1"/>
                      </a:solidFill>
                      <a:prstDash val="solid"/>
                      <a:round/>
                      <a:headEnd type="none" w="med" len="med"/>
                      <a:tailEnd type="none" w="med" len="med"/>
                    </a:lnT>
                  </a:tcPr>
                </a:tc>
                <a:tc>
                  <a:txBody>
                    <a:bodyPr/>
                    <a:lstStyle/>
                    <a:p>
                      <a:pPr marL="0" marR="0" indent="0" algn="just">
                        <a:lnSpc>
                          <a:spcPct val="107000"/>
                        </a:lnSpc>
                        <a:spcBef>
                          <a:spcPts val="0"/>
                        </a:spcBef>
                        <a:spcAft>
                          <a:spcPts val="0"/>
                        </a:spcAft>
                      </a:pPr>
                      <a:r>
                        <a:rPr lang="en-US" sz="2400">
                          <a:effectLst/>
                        </a:rPr>
                        <a:t>tiền phải trả</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30480" marT="59055" marB="0">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394436743"/>
                  </a:ext>
                </a:extLst>
              </a:tr>
              <a:tr h="1193919">
                <a:tc>
                  <a:txBody>
                    <a:bodyPr/>
                    <a:lstStyle/>
                    <a:p>
                      <a:endParaRPr lang="en-US" sz="2400"/>
                    </a:p>
                  </a:txBody>
                  <a:tcPr>
                    <a:lnL w="9525" cap="flat" cmpd="sng" algn="ctr">
                      <a:solidFill>
                        <a:schemeClr val="tx1"/>
                      </a:solidFill>
                      <a:prstDash val="solid"/>
                      <a:round/>
                      <a:headEnd type="none" w="med" len="med"/>
                      <a:tailEnd type="none" w="med" len="med"/>
                    </a:lnL>
                    <a:lnB w="9525"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a:effectLst/>
                        </a:rPr>
                        <a:t>Algorithm:</a:t>
                      </a:r>
                    </a:p>
                    <a:p>
                      <a:endParaRPr lang="en-US" sz="2400"/>
                    </a:p>
                    <a:p>
                      <a:endParaRPr lang="en-US" sz="2400"/>
                    </a:p>
                    <a:p>
                      <a:endParaRPr lang="en-US" sz="2400"/>
                    </a:p>
                  </a:txBody>
                  <a:tcPr>
                    <a:lnB w="9525" cap="flat" cmpd="sng" algn="ctr">
                      <a:solidFill>
                        <a:schemeClr val="tx1"/>
                      </a:solidFill>
                      <a:prstDash val="solid"/>
                      <a:round/>
                      <a:headEnd type="none" w="med" len="med"/>
                      <a:tailEnd type="none" w="med" len="med"/>
                    </a:lnB>
                  </a:tcPr>
                </a:tc>
                <a:tc>
                  <a:txBody>
                    <a:bodyPr/>
                    <a:lstStyle/>
                    <a:p>
                      <a:endParaRPr lang="en-US" sz="2400"/>
                    </a:p>
                  </a:txBody>
                  <a:tcPr>
                    <a:lnR w="9525" cap="flat" cmpd="sng" algn="ctr">
                      <a:solidFill>
                        <a:schemeClr val="tx1"/>
                      </a:solidFill>
                      <a:prstDash val="solid"/>
                      <a:round/>
                      <a:headEnd type="none" w="med" len="med"/>
                      <a:tailEnd type="none" w="med" len="med"/>
                    </a:lnR>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8227035"/>
                  </a:ext>
                </a:extLst>
              </a:tr>
            </a:tbl>
          </a:graphicData>
        </a:graphic>
      </p:graphicFrame>
    </p:spTree>
    <p:extLst>
      <p:ext uri="{BB962C8B-B14F-4D97-AF65-F5344CB8AC3E}">
        <p14:creationId xmlns:p14="http://schemas.microsoft.com/office/powerpoint/2010/main" val="41258824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91C1D09-246C-4EDF-BDEB-D9EACB3F82FF}"/>
              </a:ext>
            </a:extLst>
          </p:cNvPr>
          <p:cNvSpPr>
            <a:spLocks noGrp="1"/>
          </p:cNvSpPr>
          <p:nvPr>
            <p:ph type="title"/>
          </p:nvPr>
        </p:nvSpPr>
        <p:spPr/>
        <p:txBody>
          <a:bodyPr/>
          <a:lstStyle/>
          <a:p>
            <a:r>
              <a:rPr lang="en-US"/>
              <a:t>B</a:t>
            </a:r>
            <a:r>
              <a:rPr lang="vi-VN"/>
              <a:t>ư</a:t>
            </a:r>
            <a:r>
              <a:rPr lang="en-US"/>
              <a:t>ớc 2. Thiết kế thuật giải</a:t>
            </a:r>
          </a:p>
        </p:txBody>
      </p:sp>
      <p:sp>
        <p:nvSpPr>
          <p:cNvPr id="4" name="Content Placeholder 3">
            <a:extLst>
              <a:ext uri="{FF2B5EF4-FFF2-40B4-BE49-F238E27FC236}">
                <a16:creationId xmlns:a16="http://schemas.microsoft.com/office/drawing/2014/main" id="{C611B082-7691-4FEA-A97E-8C5595596225}"/>
              </a:ext>
            </a:extLst>
          </p:cNvPr>
          <p:cNvSpPr>
            <a:spLocks noGrp="1"/>
          </p:cNvSpPr>
          <p:nvPr>
            <p:ph idx="1"/>
          </p:nvPr>
        </p:nvSpPr>
        <p:spPr/>
        <p:txBody>
          <a:bodyPr/>
          <a:lstStyle/>
          <a:p>
            <a:pPr algn="just">
              <a:lnSpc>
                <a:spcPct val="100000"/>
              </a:lnSpc>
              <a:spcBef>
                <a:spcPts val="0"/>
              </a:spcBef>
            </a:pPr>
            <a:r>
              <a:rPr lang="vi-VN"/>
              <a:t>Viết thuật giải để chuyển input thành output. Thuật giải được viết trong cột Processing của lưu đồ IPO.</a:t>
            </a:r>
          </a:p>
          <a:p>
            <a:pPr algn="just">
              <a:lnSpc>
                <a:spcPct val="100000"/>
              </a:lnSpc>
              <a:spcBef>
                <a:spcPts val="0"/>
              </a:spcBef>
            </a:pPr>
            <a:r>
              <a:rPr lang="vi-VN"/>
              <a:t>Mỗi lệnh trong thuật giải sẽ mô tả hành động mà máy tính sẽ thực hiện theo đúng thứ tự để có được output từ input. Vì thế, các lệnh thường bắt đầu bằng động từ.</a:t>
            </a:r>
          </a:p>
          <a:p>
            <a:pPr>
              <a:lnSpc>
                <a:spcPct val="100000"/>
              </a:lnSpc>
              <a:spcBef>
                <a:spcPts val="0"/>
              </a:spcBef>
            </a:pPr>
            <a:endParaRPr lang="en-US"/>
          </a:p>
        </p:txBody>
      </p:sp>
      <p:sp>
        <p:nvSpPr>
          <p:cNvPr id="3" name="Footer Placeholder 2">
            <a:extLst>
              <a:ext uri="{FF2B5EF4-FFF2-40B4-BE49-F238E27FC236}">
                <a16:creationId xmlns:a16="http://schemas.microsoft.com/office/drawing/2014/main" id="{7C5C2983-84A6-4F15-BC0F-68F7E09B6FCC}"/>
              </a:ext>
            </a:extLst>
          </p:cNvPr>
          <p:cNvSpPr>
            <a:spLocks noGrp="1"/>
          </p:cNvSpPr>
          <p:nvPr>
            <p:ph type="ftr" sz="quarter" idx="11"/>
          </p:nvPr>
        </p:nvSpPr>
        <p:spPr/>
        <p:txBody>
          <a:bodyPr/>
          <a:lstStyle/>
          <a:p>
            <a:r>
              <a:rPr lang="vi-VN"/>
              <a:t>Cơ sở lập trình - Giới thiệu về lập trình</a:t>
            </a:r>
            <a:endParaRPr lang="en-US"/>
          </a:p>
        </p:txBody>
      </p:sp>
      <p:sp>
        <p:nvSpPr>
          <p:cNvPr id="6" name="Slide Number Placeholder 5">
            <a:extLst>
              <a:ext uri="{FF2B5EF4-FFF2-40B4-BE49-F238E27FC236}">
                <a16:creationId xmlns:a16="http://schemas.microsoft.com/office/drawing/2014/main" id="{43D94291-1432-4435-8E57-DC8850AF27B6}"/>
              </a:ext>
            </a:extLst>
          </p:cNvPr>
          <p:cNvSpPr>
            <a:spLocks noGrp="1"/>
          </p:cNvSpPr>
          <p:nvPr>
            <p:ph type="sldNum" sz="quarter" idx="12"/>
          </p:nvPr>
        </p:nvSpPr>
        <p:spPr/>
        <p:txBody>
          <a:bodyPr/>
          <a:lstStyle/>
          <a:p>
            <a:fld id="{45CA964B-B8B5-4404-ADB9-CBB2121E234F}" type="slidenum">
              <a:rPr lang="en-US" smtClean="0"/>
              <a:t>12</a:t>
            </a:fld>
            <a:endParaRPr lang="en-US"/>
          </a:p>
        </p:txBody>
      </p:sp>
      <p:graphicFrame>
        <p:nvGraphicFramePr>
          <p:cNvPr id="5" name="Content Placeholder 4">
            <a:extLst>
              <a:ext uri="{FF2B5EF4-FFF2-40B4-BE49-F238E27FC236}">
                <a16:creationId xmlns:a16="http://schemas.microsoft.com/office/drawing/2014/main" id="{7561B381-0359-4818-BBCF-F143DF3270A2}"/>
              </a:ext>
            </a:extLst>
          </p:cNvPr>
          <p:cNvGraphicFramePr>
            <a:graphicFrameLocks/>
          </p:cNvGraphicFramePr>
          <p:nvPr>
            <p:extLst>
              <p:ext uri="{D42A27DB-BD31-4B8C-83A1-F6EECF244321}">
                <p14:modId xmlns:p14="http://schemas.microsoft.com/office/powerpoint/2010/main" val="3181846173"/>
              </p:ext>
            </p:extLst>
          </p:nvPr>
        </p:nvGraphicFramePr>
        <p:xfrm>
          <a:off x="228600" y="3254941"/>
          <a:ext cx="8686800" cy="2869312"/>
        </p:xfrm>
        <a:graphic>
          <a:graphicData uri="http://schemas.openxmlformats.org/drawingml/2006/table">
            <a:tbl>
              <a:tblPr firstRow="1">
                <a:tableStyleId>{2D5ABB26-0587-4C30-8999-92F81FD0307C}</a:tableStyleId>
              </a:tblPr>
              <a:tblGrid>
                <a:gridCol w="1680752">
                  <a:extLst>
                    <a:ext uri="{9D8B030D-6E8A-4147-A177-3AD203B41FA5}">
                      <a16:colId xmlns:a16="http://schemas.microsoft.com/office/drawing/2014/main" val="751555151"/>
                    </a:ext>
                  </a:extLst>
                </a:gridCol>
                <a:gridCol w="5146595">
                  <a:extLst>
                    <a:ext uri="{9D8B030D-6E8A-4147-A177-3AD203B41FA5}">
                      <a16:colId xmlns:a16="http://schemas.microsoft.com/office/drawing/2014/main" val="1670097072"/>
                    </a:ext>
                  </a:extLst>
                </a:gridCol>
                <a:gridCol w="1859453">
                  <a:extLst>
                    <a:ext uri="{9D8B030D-6E8A-4147-A177-3AD203B41FA5}">
                      <a16:colId xmlns:a16="http://schemas.microsoft.com/office/drawing/2014/main" val="2062655766"/>
                    </a:ext>
                  </a:extLst>
                </a:gridCol>
              </a:tblGrid>
              <a:tr h="286952">
                <a:tc>
                  <a:txBody>
                    <a:bodyPr/>
                    <a:lstStyle/>
                    <a:p>
                      <a:pPr marL="78740" marR="0" indent="0">
                        <a:lnSpc>
                          <a:spcPct val="107000"/>
                        </a:lnSpc>
                        <a:spcBef>
                          <a:spcPts val="0"/>
                        </a:spcBef>
                        <a:spcAft>
                          <a:spcPts val="0"/>
                        </a:spcAft>
                      </a:pPr>
                      <a:r>
                        <a:rPr lang="en-US" sz="2400" b="1">
                          <a:effectLst/>
                        </a:rPr>
                        <a:t>Input</a:t>
                      </a:r>
                      <a:endParaRPr lang="en-US"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30480" marT="59055" marB="0">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marR="0" indent="0">
                        <a:lnSpc>
                          <a:spcPct val="107000"/>
                        </a:lnSpc>
                        <a:spcBef>
                          <a:spcPts val="0"/>
                        </a:spcBef>
                        <a:spcAft>
                          <a:spcPts val="0"/>
                        </a:spcAft>
                      </a:pPr>
                      <a:r>
                        <a:rPr lang="en-US" sz="2400" b="1">
                          <a:effectLst/>
                        </a:rPr>
                        <a:t>Processing</a:t>
                      </a:r>
                      <a:endParaRPr lang="en-US"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30480" marT="59055" marB="0">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marR="0" indent="0">
                        <a:lnSpc>
                          <a:spcPct val="107000"/>
                        </a:lnSpc>
                        <a:spcBef>
                          <a:spcPts val="0"/>
                        </a:spcBef>
                        <a:spcAft>
                          <a:spcPts val="0"/>
                        </a:spcAft>
                      </a:pPr>
                      <a:r>
                        <a:rPr lang="en-US" sz="2400" b="1">
                          <a:effectLst/>
                        </a:rPr>
                        <a:t>Output</a:t>
                      </a:r>
                      <a:endParaRPr lang="en-US"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30480" marT="59055" marB="0">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7784016"/>
                  </a:ext>
                </a:extLst>
              </a:tr>
              <a:tr h="693176">
                <a:tc>
                  <a:txBody>
                    <a:bodyPr/>
                    <a:lstStyle/>
                    <a:p>
                      <a:pPr marL="78740" marR="337820" indent="0">
                        <a:lnSpc>
                          <a:spcPct val="107000"/>
                        </a:lnSpc>
                        <a:spcBef>
                          <a:spcPts val="0"/>
                        </a:spcBef>
                        <a:spcAft>
                          <a:spcPts val="0"/>
                        </a:spcAft>
                      </a:pPr>
                      <a:r>
                        <a:rPr lang="en-US" sz="2400">
                          <a:effectLst/>
                        </a:rPr>
                        <a:t>giá bán </a:t>
                      </a:r>
                    </a:p>
                    <a:p>
                      <a:pPr marL="78740" marR="337820" indent="0">
                        <a:lnSpc>
                          <a:spcPct val="107000"/>
                        </a:lnSpc>
                        <a:spcBef>
                          <a:spcPts val="0"/>
                        </a:spcBef>
                        <a:spcAft>
                          <a:spcPts val="0"/>
                        </a:spcAft>
                      </a:pPr>
                      <a:r>
                        <a:rPr lang="en-US" sz="2400">
                          <a:effectLst/>
                        </a:rPr>
                        <a:t>tỷ lệ thuế</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30480" marT="59055" marB="0">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tcPr>
                </a:tc>
                <a:tc>
                  <a:txBody>
                    <a:bodyPr/>
                    <a:lstStyle/>
                    <a:p>
                      <a:pPr marL="0" marR="0" indent="0">
                        <a:lnSpc>
                          <a:spcPct val="107000"/>
                        </a:lnSpc>
                        <a:spcBef>
                          <a:spcPts val="0"/>
                        </a:spcBef>
                        <a:spcAft>
                          <a:spcPts val="1080"/>
                        </a:spcAft>
                      </a:pPr>
                      <a:r>
                        <a:rPr lang="en-US" sz="2400">
                          <a:effectLst/>
                        </a:rPr>
                        <a:t>Processing items: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a:effectLst/>
                        </a:rPr>
                        <a:t>Algorithm:</a:t>
                      </a:r>
                    </a:p>
                    <a:p>
                      <a:r>
                        <a:rPr lang="en-US" sz="2400"/>
                        <a:t>1. nhập giá bán và tỷ lệ thuế</a:t>
                      </a:r>
                    </a:p>
                    <a:p>
                      <a:r>
                        <a:rPr lang="en-US" sz="2400"/>
                        <a:t>2. tính tiền phải trả = giá bán * tỷ lệ thuế</a:t>
                      </a:r>
                      <a:br>
                        <a:rPr lang="en-US" sz="2400"/>
                      </a:br>
                      <a:r>
                        <a:rPr lang="en-US" sz="2400"/>
                        <a:t>                                       + giá bán</a:t>
                      </a:r>
                    </a:p>
                    <a:p>
                      <a:r>
                        <a:rPr lang="en-US" sz="2400"/>
                        <a:t>3. in ra tiền phải trả</a:t>
                      </a:r>
                    </a:p>
                  </a:txBody>
                  <a:tcPr marL="0" marR="30480" marT="59055" marB="0">
                    <a:lnT w="9525" cap="flat" cmpd="sng" algn="ctr">
                      <a:solidFill>
                        <a:schemeClr val="tx1"/>
                      </a:solidFill>
                      <a:prstDash val="solid"/>
                      <a:round/>
                      <a:headEnd type="none" w="med" len="med"/>
                      <a:tailEnd type="none" w="med" len="med"/>
                    </a:lnT>
                  </a:tcPr>
                </a:tc>
                <a:tc>
                  <a:txBody>
                    <a:bodyPr/>
                    <a:lstStyle/>
                    <a:p>
                      <a:pPr marL="0" marR="0" indent="0" algn="just">
                        <a:lnSpc>
                          <a:spcPct val="107000"/>
                        </a:lnSpc>
                        <a:spcBef>
                          <a:spcPts val="0"/>
                        </a:spcBef>
                        <a:spcAft>
                          <a:spcPts val="0"/>
                        </a:spcAft>
                      </a:pPr>
                      <a:r>
                        <a:rPr lang="en-US" sz="2400">
                          <a:effectLst/>
                        </a:rPr>
                        <a:t>tiền phải trả</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30480" marT="59055" marB="0">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394436743"/>
                  </a:ext>
                </a:extLst>
              </a:tr>
            </a:tbl>
          </a:graphicData>
        </a:graphic>
      </p:graphicFrame>
    </p:spTree>
    <p:extLst>
      <p:ext uri="{BB962C8B-B14F-4D97-AF65-F5344CB8AC3E}">
        <p14:creationId xmlns:p14="http://schemas.microsoft.com/office/powerpoint/2010/main" val="5561836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9ED51D9-A501-4163-B977-735A5BCE50B8}"/>
              </a:ext>
            </a:extLst>
          </p:cNvPr>
          <p:cNvSpPr>
            <a:spLocks noGrp="1"/>
          </p:cNvSpPr>
          <p:nvPr>
            <p:ph type="ftr" sz="quarter" idx="11"/>
          </p:nvPr>
        </p:nvSpPr>
        <p:spPr/>
        <p:txBody>
          <a:bodyPr/>
          <a:lstStyle/>
          <a:p>
            <a:r>
              <a:rPr lang="vi-VN"/>
              <a:t>Cơ sở lập trình - Giới thiệu về lập trình</a:t>
            </a:r>
            <a:endParaRPr lang="en-US"/>
          </a:p>
        </p:txBody>
      </p:sp>
      <p:sp>
        <p:nvSpPr>
          <p:cNvPr id="5" name="Slide Number Placeholder 4">
            <a:extLst>
              <a:ext uri="{FF2B5EF4-FFF2-40B4-BE49-F238E27FC236}">
                <a16:creationId xmlns:a16="http://schemas.microsoft.com/office/drawing/2014/main" id="{3C2BBD8F-DA90-4166-9A66-F637C394751F}"/>
              </a:ext>
            </a:extLst>
          </p:cNvPr>
          <p:cNvSpPr>
            <a:spLocks noGrp="1"/>
          </p:cNvSpPr>
          <p:nvPr>
            <p:ph type="sldNum" sz="quarter" idx="12"/>
          </p:nvPr>
        </p:nvSpPr>
        <p:spPr/>
        <p:txBody>
          <a:bodyPr/>
          <a:lstStyle/>
          <a:p>
            <a:fld id="{45CA964B-B8B5-4404-ADB9-CBB2121E234F}" type="slidenum">
              <a:rPr lang="en-US" smtClean="0"/>
              <a:t>13</a:t>
            </a:fld>
            <a:endParaRPr lang="en-US"/>
          </a:p>
        </p:txBody>
      </p:sp>
      <p:sp>
        <p:nvSpPr>
          <p:cNvPr id="4" name="Content Placeholder 3">
            <a:extLst>
              <a:ext uri="{FF2B5EF4-FFF2-40B4-BE49-F238E27FC236}">
                <a16:creationId xmlns:a16="http://schemas.microsoft.com/office/drawing/2014/main" id="{F2774430-FE3D-4275-B865-BCCB6681E066}"/>
              </a:ext>
            </a:extLst>
          </p:cNvPr>
          <p:cNvSpPr>
            <a:spLocks noGrp="1"/>
          </p:cNvSpPr>
          <p:nvPr>
            <p:ph idx="1"/>
          </p:nvPr>
        </p:nvSpPr>
        <p:spPr/>
        <p:txBody>
          <a:bodyPr/>
          <a:lstStyle/>
          <a:p>
            <a:pPr algn="just">
              <a:lnSpc>
                <a:spcPct val="100000"/>
              </a:lnSpc>
            </a:pPr>
            <a:r>
              <a:rPr lang="vi-VN"/>
              <a:t>Kiểm tra thuật giải (desk-checking/hand-tracing): dùng giấy và bút chì thực hiện từng bước của thuật giải.</a:t>
            </a:r>
          </a:p>
          <a:p>
            <a:pPr>
              <a:lnSpc>
                <a:spcPct val="100000"/>
              </a:lnSpc>
            </a:pPr>
            <a:r>
              <a:rPr lang="vi-VN"/>
              <a:t>Chọn một bộ dữ liệu nhập mẫu, ví dụ:</a:t>
            </a:r>
            <a:endParaRPr lang="en-GB"/>
          </a:p>
          <a:p>
            <a:pPr marL="109538" indent="0">
              <a:lnSpc>
                <a:spcPct val="100000"/>
              </a:lnSpc>
              <a:buNone/>
            </a:pPr>
            <a:endParaRPr lang="vi-VN"/>
          </a:p>
          <a:p>
            <a:pPr lvl="3">
              <a:lnSpc>
                <a:spcPct val="100000"/>
              </a:lnSpc>
              <a:tabLst>
                <a:tab pos="2522538" algn="ctr"/>
                <a:tab pos="4572000" algn="ctr"/>
                <a:tab pos="6858000" algn="ctr"/>
              </a:tabLst>
            </a:pPr>
            <a:r>
              <a:rPr lang="vi-VN" b="1"/>
              <a:t>giá bán	tỷ lệ thuế	giá bán*tỷ lệ thuế	tiền phải trả</a:t>
            </a:r>
          </a:p>
          <a:p>
            <a:pPr lvl="3">
              <a:lnSpc>
                <a:spcPct val="100000"/>
              </a:lnSpc>
              <a:tabLst>
                <a:tab pos="2522538" algn="ctr"/>
                <a:tab pos="4572000" algn="ctr"/>
                <a:tab pos="6858000" algn="ctr"/>
              </a:tabLst>
            </a:pPr>
            <a:r>
              <a:rPr lang="vi-VN"/>
              <a:t>2300	0.05	115	2415</a:t>
            </a:r>
          </a:p>
          <a:p>
            <a:pPr lvl="3">
              <a:lnSpc>
                <a:spcPct val="100000"/>
              </a:lnSpc>
              <a:tabLst>
                <a:tab pos="2522538" algn="ctr"/>
                <a:tab pos="4572000" algn="ctr"/>
                <a:tab pos="6858000" algn="ctr"/>
              </a:tabLst>
            </a:pPr>
            <a:r>
              <a:rPr lang="vi-VN"/>
              <a:t>5200	0.03	156	5356</a:t>
            </a:r>
            <a:endParaRPr lang="en-GB"/>
          </a:p>
          <a:p>
            <a:pPr lvl="3">
              <a:lnSpc>
                <a:spcPct val="100000"/>
              </a:lnSpc>
              <a:tabLst>
                <a:tab pos="2522538" algn="ctr"/>
                <a:tab pos="4572000" algn="ctr"/>
                <a:tab pos="6858000" algn="ctr"/>
              </a:tabLst>
            </a:pPr>
            <a:endParaRPr lang="vi-VN"/>
          </a:p>
          <a:p>
            <a:pPr algn="just">
              <a:lnSpc>
                <a:spcPct val="100000"/>
              </a:lnSpc>
            </a:pPr>
            <a:r>
              <a:rPr lang="vi-VN"/>
              <a:t>Thực hiện kiểm tra với cả dữ liệu nhập hợp lệ (valid input) và không hợp lệ (invalid input). Dữ liệu nhập không hợp lệ là dữ liệu mà thuật giải không muốn người sử dụng nhập, ví dụ nhập giá bán là số âm.</a:t>
            </a:r>
          </a:p>
          <a:p>
            <a:pPr>
              <a:lnSpc>
                <a:spcPct val="100000"/>
              </a:lnSpc>
            </a:pPr>
            <a:endParaRPr lang="en-US"/>
          </a:p>
        </p:txBody>
      </p:sp>
    </p:spTree>
    <p:extLst>
      <p:ext uri="{BB962C8B-B14F-4D97-AF65-F5344CB8AC3E}">
        <p14:creationId xmlns:p14="http://schemas.microsoft.com/office/powerpoint/2010/main" val="224607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D03096B-D946-4855-9796-201B0424A23C}"/>
              </a:ext>
            </a:extLst>
          </p:cNvPr>
          <p:cNvSpPr>
            <a:spLocks noGrp="1"/>
          </p:cNvSpPr>
          <p:nvPr>
            <p:ph type="ftr" sz="quarter" idx="11"/>
          </p:nvPr>
        </p:nvSpPr>
        <p:spPr/>
        <p:txBody>
          <a:bodyPr/>
          <a:lstStyle/>
          <a:p>
            <a:r>
              <a:rPr lang="vi-VN"/>
              <a:t>Cơ sở lập trình - Giới thiệu về lập trình</a:t>
            </a:r>
            <a:endParaRPr lang="en-US"/>
          </a:p>
        </p:txBody>
      </p:sp>
      <p:sp>
        <p:nvSpPr>
          <p:cNvPr id="5" name="Slide Number Placeholder 4">
            <a:extLst>
              <a:ext uri="{FF2B5EF4-FFF2-40B4-BE49-F238E27FC236}">
                <a16:creationId xmlns:a16="http://schemas.microsoft.com/office/drawing/2014/main" id="{A389AEDC-5C6A-45D9-A863-F7C27CD28236}"/>
              </a:ext>
            </a:extLst>
          </p:cNvPr>
          <p:cNvSpPr>
            <a:spLocks noGrp="1"/>
          </p:cNvSpPr>
          <p:nvPr>
            <p:ph type="sldNum" sz="quarter" idx="12"/>
          </p:nvPr>
        </p:nvSpPr>
        <p:spPr/>
        <p:txBody>
          <a:bodyPr/>
          <a:lstStyle/>
          <a:p>
            <a:fld id="{45CA964B-B8B5-4404-ADB9-CBB2121E234F}" type="slidenum">
              <a:rPr lang="en-US" smtClean="0"/>
              <a:t>14</a:t>
            </a:fld>
            <a:endParaRPr lang="en-US"/>
          </a:p>
        </p:txBody>
      </p:sp>
      <p:sp>
        <p:nvSpPr>
          <p:cNvPr id="4" name="Content Placeholder 3">
            <a:extLst>
              <a:ext uri="{FF2B5EF4-FFF2-40B4-BE49-F238E27FC236}">
                <a16:creationId xmlns:a16="http://schemas.microsoft.com/office/drawing/2014/main" id="{44D541A3-7E4E-4322-B0AF-53D5F49B6477}"/>
              </a:ext>
            </a:extLst>
          </p:cNvPr>
          <p:cNvSpPr>
            <a:spLocks noGrp="1"/>
          </p:cNvSpPr>
          <p:nvPr>
            <p:ph idx="1"/>
          </p:nvPr>
        </p:nvSpPr>
        <p:spPr/>
        <p:txBody>
          <a:bodyPr/>
          <a:lstStyle/>
          <a:p>
            <a:r>
              <a:rPr lang="en-US"/>
              <a:t>Có thể mô tả thuật giải bằng l</a:t>
            </a:r>
            <a:r>
              <a:rPr lang="vi-VN"/>
              <a:t>ư</a:t>
            </a:r>
            <a:r>
              <a:rPr lang="en-US"/>
              <a:t>u đồ:</a:t>
            </a:r>
          </a:p>
        </p:txBody>
      </p:sp>
      <p:pic>
        <p:nvPicPr>
          <p:cNvPr id="6" name="Picture 5" descr="A close up of a sign&#10;&#10;Description generated with very high confidence">
            <a:extLst>
              <a:ext uri="{FF2B5EF4-FFF2-40B4-BE49-F238E27FC236}">
                <a16:creationId xmlns:a16="http://schemas.microsoft.com/office/drawing/2014/main" id="{A06FBBB3-F1CC-4255-94D4-2144926DCE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49677" y="1215072"/>
            <a:ext cx="2898931" cy="4411113"/>
          </a:xfrm>
          <a:prstGeom prst="rect">
            <a:avLst/>
          </a:prstGeom>
        </p:spPr>
      </p:pic>
    </p:spTree>
    <p:extLst>
      <p:ext uri="{BB962C8B-B14F-4D97-AF65-F5344CB8AC3E}">
        <p14:creationId xmlns:p14="http://schemas.microsoft.com/office/powerpoint/2010/main" val="2524990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56DF7A0-4843-4E3A-A41C-E56FC3AF0735}"/>
              </a:ext>
            </a:extLst>
          </p:cNvPr>
          <p:cNvSpPr>
            <a:spLocks noGrp="1"/>
          </p:cNvSpPr>
          <p:nvPr>
            <p:ph type="ftr" sz="quarter" idx="11"/>
          </p:nvPr>
        </p:nvSpPr>
        <p:spPr/>
        <p:txBody>
          <a:bodyPr/>
          <a:lstStyle/>
          <a:p>
            <a:r>
              <a:rPr lang="vi-VN"/>
              <a:t>Cơ sở lập trình - Giới thiệu về lập trình</a:t>
            </a:r>
            <a:endParaRPr lang="en-US"/>
          </a:p>
        </p:txBody>
      </p:sp>
      <p:sp>
        <p:nvSpPr>
          <p:cNvPr id="17" name="Slide Number Placeholder 16">
            <a:extLst>
              <a:ext uri="{FF2B5EF4-FFF2-40B4-BE49-F238E27FC236}">
                <a16:creationId xmlns:a16="http://schemas.microsoft.com/office/drawing/2014/main" id="{C6520FD9-ADD4-4D61-990C-3898F0D8EC60}"/>
              </a:ext>
            </a:extLst>
          </p:cNvPr>
          <p:cNvSpPr>
            <a:spLocks noGrp="1"/>
          </p:cNvSpPr>
          <p:nvPr>
            <p:ph type="sldNum" sz="quarter" idx="12"/>
          </p:nvPr>
        </p:nvSpPr>
        <p:spPr/>
        <p:txBody>
          <a:bodyPr/>
          <a:lstStyle/>
          <a:p>
            <a:fld id="{45CA964B-B8B5-4404-ADB9-CBB2121E234F}" type="slidenum">
              <a:rPr lang="en-US" smtClean="0"/>
              <a:t>15</a:t>
            </a:fld>
            <a:endParaRPr lang="en-US"/>
          </a:p>
        </p:txBody>
      </p:sp>
      <p:sp>
        <p:nvSpPr>
          <p:cNvPr id="4" name="Content Placeholder 3">
            <a:extLst>
              <a:ext uri="{FF2B5EF4-FFF2-40B4-BE49-F238E27FC236}">
                <a16:creationId xmlns:a16="http://schemas.microsoft.com/office/drawing/2014/main" id="{35E194A9-5F1F-41F4-991F-B6DCDCC39A2A}"/>
              </a:ext>
            </a:extLst>
          </p:cNvPr>
          <p:cNvSpPr>
            <a:spLocks noGrp="1"/>
          </p:cNvSpPr>
          <p:nvPr>
            <p:ph idx="1"/>
          </p:nvPr>
        </p:nvSpPr>
        <p:spPr/>
        <p:txBody>
          <a:bodyPr>
            <a:normAutofit/>
          </a:bodyPr>
          <a:lstStyle/>
          <a:p>
            <a:r>
              <a:rPr lang="en-US"/>
              <a:t>Một số ký hiệu dùng trong l</a:t>
            </a:r>
            <a:r>
              <a:rPr lang="vi-VN"/>
              <a:t>ư</a:t>
            </a:r>
            <a:r>
              <a:rPr lang="en-US"/>
              <a:t>u đồ</a:t>
            </a:r>
          </a:p>
          <a:p>
            <a:endParaRPr lang="en-US"/>
          </a:p>
          <a:p>
            <a:endParaRPr lang="en-US"/>
          </a:p>
          <a:p>
            <a:endParaRPr lang="en-US"/>
          </a:p>
          <a:p>
            <a:endParaRPr lang="en-US"/>
          </a:p>
          <a:p>
            <a:endParaRPr lang="en-US"/>
          </a:p>
          <a:p>
            <a:endParaRPr lang="en-US"/>
          </a:p>
          <a:p>
            <a:pPr marL="103187" indent="0">
              <a:buNone/>
            </a:pPr>
            <a:endParaRPr lang="en-US"/>
          </a:p>
          <a:p>
            <a:pPr marL="103187" indent="0">
              <a:buNone/>
            </a:pPr>
            <a:endParaRPr lang="en-US"/>
          </a:p>
          <a:p>
            <a:endParaRPr lang="en-US"/>
          </a:p>
          <a:p>
            <a:endParaRPr lang="en-US"/>
          </a:p>
          <a:p>
            <a:r>
              <a:rPr lang="en-US"/>
              <a:t>Sử dụng Flowgorithm (http://www.flowgorithm.org) để vẽ l</a:t>
            </a:r>
            <a:r>
              <a:rPr lang="vi-VN"/>
              <a:t>ư</a:t>
            </a:r>
            <a:r>
              <a:rPr lang="en-US"/>
              <a:t>u đồ.</a:t>
            </a:r>
          </a:p>
          <a:p>
            <a:endParaRPr lang="en-US"/>
          </a:p>
        </p:txBody>
      </p:sp>
      <p:grpSp>
        <p:nvGrpSpPr>
          <p:cNvPr id="24" name="Group 23">
            <a:extLst>
              <a:ext uri="{FF2B5EF4-FFF2-40B4-BE49-F238E27FC236}">
                <a16:creationId xmlns:a16="http://schemas.microsoft.com/office/drawing/2014/main" id="{90DEA07B-C0AE-4548-A560-06257A6666A4}"/>
              </a:ext>
            </a:extLst>
          </p:cNvPr>
          <p:cNvGrpSpPr/>
          <p:nvPr/>
        </p:nvGrpSpPr>
        <p:grpSpPr>
          <a:xfrm>
            <a:off x="618318" y="1007532"/>
            <a:ext cx="8305612" cy="3707166"/>
            <a:chOff x="618318" y="1184508"/>
            <a:chExt cx="8305612" cy="3707166"/>
          </a:xfrm>
        </p:grpSpPr>
        <p:pic>
          <p:nvPicPr>
            <p:cNvPr id="5" name="Content Placeholder 5">
              <a:extLst>
                <a:ext uri="{FF2B5EF4-FFF2-40B4-BE49-F238E27FC236}">
                  <a16:creationId xmlns:a16="http://schemas.microsoft.com/office/drawing/2014/main" id="{633E904E-057D-4A1C-8764-DF7E127C00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1959" y="1249145"/>
              <a:ext cx="1298561" cy="384081"/>
            </a:xfrm>
            <a:prstGeom prst="rect">
              <a:avLst/>
            </a:prstGeom>
          </p:spPr>
        </p:pic>
        <p:pic>
          <p:nvPicPr>
            <p:cNvPr id="6" name="Picture 5">
              <a:extLst>
                <a:ext uri="{FF2B5EF4-FFF2-40B4-BE49-F238E27FC236}">
                  <a16:creationId xmlns:a16="http://schemas.microsoft.com/office/drawing/2014/main" id="{4C78D42D-C54F-4A78-8190-D278A6BF66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72730" y="3614030"/>
              <a:ext cx="292633" cy="292633"/>
            </a:xfrm>
            <a:prstGeom prst="rect">
              <a:avLst/>
            </a:prstGeom>
          </p:spPr>
        </p:pic>
        <p:pic>
          <p:nvPicPr>
            <p:cNvPr id="7" name="Picture 6">
              <a:extLst>
                <a:ext uri="{FF2B5EF4-FFF2-40B4-BE49-F238E27FC236}">
                  <a16:creationId xmlns:a16="http://schemas.microsoft.com/office/drawing/2014/main" id="{F981F703-08B4-43F8-A660-AA17F5214F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5387" y="3420305"/>
              <a:ext cx="1322947" cy="670618"/>
            </a:xfrm>
            <a:prstGeom prst="rect">
              <a:avLst/>
            </a:prstGeom>
          </p:spPr>
        </p:pic>
        <p:pic>
          <p:nvPicPr>
            <p:cNvPr id="8" name="Picture 7">
              <a:extLst>
                <a:ext uri="{FF2B5EF4-FFF2-40B4-BE49-F238E27FC236}">
                  <a16:creationId xmlns:a16="http://schemas.microsoft.com/office/drawing/2014/main" id="{0E1C45F8-7D2B-44B7-925B-BD83B8403F2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8318" y="2694620"/>
              <a:ext cx="1402202" cy="566977"/>
            </a:xfrm>
            <a:prstGeom prst="rect">
              <a:avLst/>
            </a:prstGeom>
          </p:spPr>
        </p:pic>
        <p:pic>
          <p:nvPicPr>
            <p:cNvPr id="9" name="Picture 8">
              <a:extLst>
                <a:ext uri="{FF2B5EF4-FFF2-40B4-BE49-F238E27FC236}">
                  <a16:creationId xmlns:a16="http://schemas.microsoft.com/office/drawing/2014/main" id="{59CCF0D0-03E3-4D85-91EA-2EA12C09E6D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69767" y="2701233"/>
              <a:ext cx="1298561" cy="658425"/>
            </a:xfrm>
            <a:prstGeom prst="rect">
              <a:avLst/>
            </a:prstGeom>
          </p:spPr>
        </p:pic>
        <p:pic>
          <p:nvPicPr>
            <p:cNvPr id="10" name="Picture 9">
              <a:extLst>
                <a:ext uri="{FF2B5EF4-FFF2-40B4-BE49-F238E27FC236}">
                  <a16:creationId xmlns:a16="http://schemas.microsoft.com/office/drawing/2014/main" id="{7700E825-4A05-4ED4-B05C-A44F1D874B1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969767" y="1916698"/>
              <a:ext cx="1298561" cy="658425"/>
            </a:xfrm>
            <a:prstGeom prst="rect">
              <a:avLst/>
            </a:prstGeom>
          </p:spPr>
        </p:pic>
        <p:pic>
          <p:nvPicPr>
            <p:cNvPr id="11" name="Picture 10">
              <a:extLst>
                <a:ext uri="{FF2B5EF4-FFF2-40B4-BE49-F238E27FC236}">
                  <a16:creationId xmlns:a16="http://schemas.microsoft.com/office/drawing/2014/main" id="{9C2378F6-D208-4AF3-97ED-9C85861F026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917946" y="1223611"/>
              <a:ext cx="1402202" cy="566977"/>
            </a:xfrm>
            <a:prstGeom prst="rect">
              <a:avLst/>
            </a:prstGeom>
          </p:spPr>
        </p:pic>
        <p:pic>
          <p:nvPicPr>
            <p:cNvPr id="12" name="Picture 11">
              <a:extLst>
                <a:ext uri="{FF2B5EF4-FFF2-40B4-BE49-F238E27FC236}">
                  <a16:creationId xmlns:a16="http://schemas.microsoft.com/office/drawing/2014/main" id="{B4D0C2CF-6D48-4C06-B374-87C25911F23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21959" y="4233249"/>
              <a:ext cx="1298561" cy="658425"/>
            </a:xfrm>
            <a:prstGeom prst="rect">
              <a:avLst/>
            </a:prstGeom>
          </p:spPr>
        </p:pic>
        <p:pic>
          <p:nvPicPr>
            <p:cNvPr id="13" name="Picture 12">
              <a:extLst>
                <a:ext uri="{FF2B5EF4-FFF2-40B4-BE49-F238E27FC236}">
                  <a16:creationId xmlns:a16="http://schemas.microsoft.com/office/drawing/2014/main" id="{CBD1F7D6-774A-4417-BA0C-1609FF88F44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05821" y="2100394"/>
              <a:ext cx="1042506" cy="249958"/>
            </a:xfrm>
            <a:prstGeom prst="rect">
              <a:avLst/>
            </a:prstGeom>
          </p:spPr>
        </p:pic>
        <p:sp>
          <p:nvSpPr>
            <p:cNvPr id="14" name="TextBox 13">
              <a:extLst>
                <a:ext uri="{FF2B5EF4-FFF2-40B4-BE49-F238E27FC236}">
                  <a16:creationId xmlns:a16="http://schemas.microsoft.com/office/drawing/2014/main" id="{4E7AA7DF-2624-4CDF-8340-D232D38728EE}"/>
                </a:ext>
              </a:extLst>
            </p:cNvPr>
            <p:cNvSpPr txBox="1"/>
            <p:nvPr/>
          </p:nvSpPr>
          <p:spPr>
            <a:xfrm>
              <a:off x="2112497" y="1184508"/>
              <a:ext cx="1499128" cy="461665"/>
            </a:xfrm>
            <a:prstGeom prst="rect">
              <a:avLst/>
            </a:prstGeom>
            <a:noFill/>
          </p:spPr>
          <p:txBody>
            <a:bodyPr wrap="none" rtlCol="0">
              <a:spAutoFit/>
            </a:bodyPr>
            <a:lstStyle/>
            <a:p>
              <a:r>
                <a:rPr lang="en-US" sz="2400"/>
                <a:t>Begin/End</a:t>
              </a:r>
            </a:p>
          </p:txBody>
        </p:sp>
        <p:sp>
          <p:nvSpPr>
            <p:cNvPr id="15" name="TextBox 14">
              <a:extLst>
                <a:ext uri="{FF2B5EF4-FFF2-40B4-BE49-F238E27FC236}">
                  <a16:creationId xmlns:a16="http://schemas.microsoft.com/office/drawing/2014/main" id="{77EB1FD6-2AC5-4FBE-91B7-04DB160E53D5}"/>
                </a:ext>
              </a:extLst>
            </p:cNvPr>
            <p:cNvSpPr txBox="1"/>
            <p:nvPr/>
          </p:nvSpPr>
          <p:spPr>
            <a:xfrm>
              <a:off x="2112497" y="1962901"/>
              <a:ext cx="2492990" cy="461665"/>
            </a:xfrm>
            <a:prstGeom prst="rect">
              <a:avLst/>
            </a:prstGeom>
            <a:noFill/>
          </p:spPr>
          <p:txBody>
            <a:bodyPr wrap="none" rtlCol="0">
              <a:spAutoFit/>
            </a:bodyPr>
            <a:lstStyle/>
            <a:p>
              <a:r>
                <a:rPr lang="en-US" sz="2400"/>
                <a:t>Control transfer	</a:t>
              </a:r>
            </a:p>
          </p:txBody>
        </p:sp>
        <p:sp>
          <p:nvSpPr>
            <p:cNvPr id="16" name="TextBox 15">
              <a:extLst>
                <a:ext uri="{FF2B5EF4-FFF2-40B4-BE49-F238E27FC236}">
                  <a16:creationId xmlns:a16="http://schemas.microsoft.com/office/drawing/2014/main" id="{C07F9E5C-FD53-4710-8840-9C8ABBAA6F2A}"/>
                </a:ext>
              </a:extLst>
            </p:cNvPr>
            <p:cNvSpPr txBox="1"/>
            <p:nvPr/>
          </p:nvSpPr>
          <p:spPr>
            <a:xfrm>
              <a:off x="2112497" y="2741294"/>
              <a:ext cx="2031325" cy="461665"/>
            </a:xfrm>
            <a:prstGeom prst="rect">
              <a:avLst/>
            </a:prstGeom>
            <a:noFill/>
          </p:spPr>
          <p:txBody>
            <a:bodyPr wrap="none" rtlCol="0">
              <a:spAutoFit/>
            </a:bodyPr>
            <a:lstStyle/>
            <a:p>
              <a:r>
                <a:rPr lang="en-US" sz="2400"/>
                <a:t>Input/Output 	</a:t>
              </a:r>
            </a:p>
          </p:txBody>
        </p:sp>
        <p:sp>
          <p:nvSpPr>
            <p:cNvPr id="18" name="TextBox 17">
              <a:extLst>
                <a:ext uri="{FF2B5EF4-FFF2-40B4-BE49-F238E27FC236}">
                  <a16:creationId xmlns:a16="http://schemas.microsoft.com/office/drawing/2014/main" id="{12279F53-33FC-4439-A09F-6B61E2A863C2}"/>
                </a:ext>
              </a:extLst>
            </p:cNvPr>
            <p:cNvSpPr txBox="1"/>
            <p:nvPr/>
          </p:nvSpPr>
          <p:spPr>
            <a:xfrm>
              <a:off x="2112497" y="3519687"/>
              <a:ext cx="1277914" cy="461665"/>
            </a:xfrm>
            <a:prstGeom prst="rect">
              <a:avLst/>
            </a:prstGeom>
            <a:noFill/>
          </p:spPr>
          <p:txBody>
            <a:bodyPr wrap="none" rtlCol="0">
              <a:spAutoFit/>
            </a:bodyPr>
            <a:lstStyle/>
            <a:p>
              <a:r>
                <a:rPr lang="en-US" sz="2400"/>
                <a:t>Decision</a:t>
              </a:r>
            </a:p>
          </p:txBody>
        </p:sp>
        <p:sp>
          <p:nvSpPr>
            <p:cNvPr id="19" name="TextBox 18">
              <a:extLst>
                <a:ext uri="{FF2B5EF4-FFF2-40B4-BE49-F238E27FC236}">
                  <a16:creationId xmlns:a16="http://schemas.microsoft.com/office/drawing/2014/main" id="{F5A88AAA-9AB0-41A8-AEA7-DA0296D89D12}"/>
                </a:ext>
              </a:extLst>
            </p:cNvPr>
            <p:cNvSpPr txBox="1"/>
            <p:nvPr/>
          </p:nvSpPr>
          <p:spPr>
            <a:xfrm>
              <a:off x="2112497" y="4298079"/>
              <a:ext cx="1125629" cy="461665"/>
            </a:xfrm>
            <a:prstGeom prst="rect">
              <a:avLst/>
            </a:prstGeom>
            <a:noFill/>
          </p:spPr>
          <p:txBody>
            <a:bodyPr wrap="none" rtlCol="0">
              <a:spAutoFit/>
            </a:bodyPr>
            <a:lstStyle/>
            <a:p>
              <a:r>
                <a:rPr lang="en-US" sz="2400"/>
                <a:t>Process</a:t>
              </a:r>
            </a:p>
          </p:txBody>
        </p:sp>
        <p:sp>
          <p:nvSpPr>
            <p:cNvPr id="20" name="TextBox 19">
              <a:extLst>
                <a:ext uri="{FF2B5EF4-FFF2-40B4-BE49-F238E27FC236}">
                  <a16:creationId xmlns:a16="http://schemas.microsoft.com/office/drawing/2014/main" id="{5888D99E-4AD8-479F-BB27-C0D02EBE3EBF}"/>
                </a:ext>
              </a:extLst>
            </p:cNvPr>
            <p:cNvSpPr txBox="1"/>
            <p:nvPr/>
          </p:nvSpPr>
          <p:spPr>
            <a:xfrm>
              <a:off x="6560783" y="1184508"/>
              <a:ext cx="1601721" cy="461665"/>
            </a:xfrm>
            <a:prstGeom prst="rect">
              <a:avLst/>
            </a:prstGeom>
            <a:noFill/>
          </p:spPr>
          <p:txBody>
            <a:bodyPr wrap="none" rtlCol="0">
              <a:spAutoFit/>
            </a:bodyPr>
            <a:lstStyle/>
            <a:p>
              <a:r>
                <a:rPr lang="en-US" sz="2400"/>
                <a:t>Preparation</a:t>
              </a:r>
            </a:p>
          </p:txBody>
        </p:sp>
        <p:sp>
          <p:nvSpPr>
            <p:cNvPr id="21" name="TextBox 20">
              <a:extLst>
                <a:ext uri="{FF2B5EF4-FFF2-40B4-BE49-F238E27FC236}">
                  <a16:creationId xmlns:a16="http://schemas.microsoft.com/office/drawing/2014/main" id="{1C5E5791-5B28-4BF6-B1EB-E07567A5327D}"/>
                </a:ext>
              </a:extLst>
            </p:cNvPr>
            <p:cNvSpPr txBox="1"/>
            <p:nvPr/>
          </p:nvSpPr>
          <p:spPr>
            <a:xfrm>
              <a:off x="6560783" y="1962901"/>
              <a:ext cx="2363147" cy="461665"/>
            </a:xfrm>
            <a:prstGeom prst="rect">
              <a:avLst/>
            </a:prstGeom>
            <a:noFill/>
          </p:spPr>
          <p:txBody>
            <a:bodyPr wrap="none" rtlCol="0">
              <a:spAutoFit/>
            </a:bodyPr>
            <a:lstStyle/>
            <a:p>
              <a:r>
                <a:rPr lang="en-US" sz="2400"/>
                <a:t>Predefine process</a:t>
              </a:r>
            </a:p>
          </p:txBody>
        </p:sp>
        <p:sp>
          <p:nvSpPr>
            <p:cNvPr id="22" name="TextBox 21">
              <a:extLst>
                <a:ext uri="{FF2B5EF4-FFF2-40B4-BE49-F238E27FC236}">
                  <a16:creationId xmlns:a16="http://schemas.microsoft.com/office/drawing/2014/main" id="{90C12691-1521-4F67-AAA7-C8906CA81E40}"/>
                </a:ext>
              </a:extLst>
            </p:cNvPr>
            <p:cNvSpPr txBox="1"/>
            <p:nvPr/>
          </p:nvSpPr>
          <p:spPr>
            <a:xfrm>
              <a:off x="6560783" y="2741294"/>
              <a:ext cx="2105063" cy="461665"/>
            </a:xfrm>
            <a:prstGeom prst="rect">
              <a:avLst/>
            </a:prstGeom>
            <a:noFill/>
          </p:spPr>
          <p:txBody>
            <a:bodyPr wrap="none" rtlCol="0">
              <a:spAutoFit/>
            </a:bodyPr>
            <a:lstStyle/>
            <a:p>
              <a:r>
                <a:rPr lang="en-US" sz="2400"/>
                <a:t>Internal storage</a:t>
              </a:r>
            </a:p>
          </p:txBody>
        </p:sp>
        <p:sp>
          <p:nvSpPr>
            <p:cNvPr id="23" name="TextBox 22">
              <a:extLst>
                <a:ext uri="{FF2B5EF4-FFF2-40B4-BE49-F238E27FC236}">
                  <a16:creationId xmlns:a16="http://schemas.microsoft.com/office/drawing/2014/main" id="{17791693-39D5-4765-9B09-E5E999C8EDA0}"/>
                </a:ext>
              </a:extLst>
            </p:cNvPr>
            <p:cNvSpPr txBox="1"/>
            <p:nvPr/>
          </p:nvSpPr>
          <p:spPr>
            <a:xfrm>
              <a:off x="6560783" y="3519687"/>
              <a:ext cx="1465466" cy="461665"/>
            </a:xfrm>
            <a:prstGeom prst="rect">
              <a:avLst/>
            </a:prstGeom>
            <a:noFill/>
          </p:spPr>
          <p:txBody>
            <a:bodyPr wrap="none" rtlCol="0">
              <a:spAutoFit/>
            </a:bodyPr>
            <a:lstStyle/>
            <a:p>
              <a:r>
                <a:rPr lang="en-US" sz="2400"/>
                <a:t>Connector</a:t>
              </a:r>
            </a:p>
          </p:txBody>
        </p:sp>
      </p:grpSp>
    </p:spTree>
    <p:extLst>
      <p:ext uri="{BB962C8B-B14F-4D97-AF65-F5344CB8AC3E}">
        <p14:creationId xmlns:p14="http://schemas.microsoft.com/office/powerpoint/2010/main" val="16486070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D15E0-351E-4BB0-B99C-45B0B93D23BB}"/>
              </a:ext>
            </a:extLst>
          </p:cNvPr>
          <p:cNvSpPr>
            <a:spLocks noGrp="1"/>
          </p:cNvSpPr>
          <p:nvPr>
            <p:ph type="title"/>
          </p:nvPr>
        </p:nvSpPr>
        <p:spPr/>
        <p:txBody>
          <a:bodyPr/>
          <a:lstStyle/>
          <a:p>
            <a:r>
              <a:rPr lang="en-US"/>
              <a:t>Bước 3. Lập trình</a:t>
            </a:r>
          </a:p>
        </p:txBody>
      </p:sp>
      <p:sp>
        <p:nvSpPr>
          <p:cNvPr id="23" name="Content Placeholder 22">
            <a:extLst>
              <a:ext uri="{FF2B5EF4-FFF2-40B4-BE49-F238E27FC236}">
                <a16:creationId xmlns:a16="http://schemas.microsoft.com/office/drawing/2014/main" id="{1337622D-D96F-422D-9B91-8A5F2826CDD0}"/>
              </a:ext>
            </a:extLst>
          </p:cNvPr>
          <p:cNvSpPr>
            <a:spLocks noGrp="1"/>
          </p:cNvSpPr>
          <p:nvPr>
            <p:ph idx="1"/>
          </p:nvPr>
        </p:nvSpPr>
        <p:spPr>
          <a:xfrm>
            <a:off x="320041" y="1094642"/>
            <a:ext cx="8599108" cy="5394960"/>
          </a:xfrm>
        </p:spPr>
        <p:txBody>
          <a:bodyPr>
            <a:noAutofit/>
          </a:bodyPr>
          <a:lstStyle/>
          <a:p>
            <a:pPr algn="just">
              <a:lnSpc>
                <a:spcPct val="100000"/>
              </a:lnSpc>
            </a:pPr>
            <a:r>
              <a:rPr lang="vi-VN" sz="2400"/>
              <a:t>Chuyển mã giả của thuật giải thành các câu lệnh của một ngôn ngữ lập trình.</a:t>
            </a:r>
          </a:p>
          <a:p>
            <a:pPr algn="just">
              <a:lnSpc>
                <a:spcPct val="100000"/>
              </a:lnSpc>
            </a:pPr>
            <a:r>
              <a:rPr lang="vi-VN" sz="2400"/>
              <a:t>Trong chương trình nên có các chú thích (comment) để giải thích mục đích của các câu lệnh. Có hai loại chú thích cơ bản:</a:t>
            </a:r>
          </a:p>
          <a:p>
            <a:pPr lvl="1" algn="just">
              <a:lnSpc>
                <a:spcPct val="100000"/>
              </a:lnSpc>
            </a:pPr>
            <a:r>
              <a:rPr lang="vi-VN">
                <a:solidFill>
                  <a:srgbClr val="0000FF"/>
                </a:solidFill>
              </a:rPr>
              <a:t>Header comment</a:t>
            </a:r>
            <a:r>
              <a:rPr lang="vi-VN"/>
              <a:t>: xuất hiện ở phần đầu của chương trình (chương trình con), cung cấp thông tin tổng quát của chương trình.</a:t>
            </a:r>
          </a:p>
          <a:p>
            <a:pPr lvl="1" algn="just">
              <a:lnSpc>
                <a:spcPct val="100000"/>
              </a:lnSpc>
            </a:pPr>
            <a:r>
              <a:rPr lang="vi-VN">
                <a:solidFill>
                  <a:srgbClr val="0000FF"/>
                </a:solidFill>
              </a:rPr>
              <a:t>Step comment</a:t>
            </a:r>
            <a:r>
              <a:rPr lang="vi-VN"/>
              <a:t>: còn gọi là in-line comment, xuất hiện trong thân chương trình, giải thích mục đích của các câu lệnh.</a:t>
            </a:r>
          </a:p>
          <a:p>
            <a:pPr algn="just">
              <a:lnSpc>
                <a:spcPct val="100000"/>
              </a:lnSpc>
            </a:pPr>
            <a:r>
              <a:rPr lang="vi-VN" sz="2400"/>
              <a:t>Chú thích không được chương trình dịch chuyển thành mã máy, vì vậy không ảnh hưởng đến sự thực thi của chương trình. Chương trình được chú tích tốt sẽ giúp các lập trình viên khác hiểu chương trình một cách dễ dàng. Tuy nhiên, không nên quá lạm dụng.</a:t>
            </a:r>
          </a:p>
        </p:txBody>
      </p:sp>
      <p:sp>
        <p:nvSpPr>
          <p:cNvPr id="3" name="Footer Placeholder 2">
            <a:extLst>
              <a:ext uri="{FF2B5EF4-FFF2-40B4-BE49-F238E27FC236}">
                <a16:creationId xmlns:a16="http://schemas.microsoft.com/office/drawing/2014/main" id="{748D75E8-DDA2-4270-90EA-E034FB97B040}"/>
              </a:ext>
            </a:extLst>
          </p:cNvPr>
          <p:cNvSpPr>
            <a:spLocks noGrp="1"/>
          </p:cNvSpPr>
          <p:nvPr>
            <p:ph type="ftr" sz="quarter" idx="11"/>
          </p:nvPr>
        </p:nvSpPr>
        <p:spPr/>
        <p:txBody>
          <a:bodyPr/>
          <a:lstStyle/>
          <a:p>
            <a:r>
              <a:rPr lang="vi-VN"/>
              <a:t>Cơ sở lập trình - Giới thiệu về lập trình</a:t>
            </a:r>
            <a:endParaRPr lang="en-US"/>
          </a:p>
        </p:txBody>
      </p:sp>
      <p:sp>
        <p:nvSpPr>
          <p:cNvPr id="4" name="Slide Number Placeholder 3">
            <a:extLst>
              <a:ext uri="{FF2B5EF4-FFF2-40B4-BE49-F238E27FC236}">
                <a16:creationId xmlns:a16="http://schemas.microsoft.com/office/drawing/2014/main" id="{BC50B3CF-6D0B-4F25-850C-7E4E09B89F3A}"/>
              </a:ext>
            </a:extLst>
          </p:cNvPr>
          <p:cNvSpPr>
            <a:spLocks noGrp="1"/>
          </p:cNvSpPr>
          <p:nvPr>
            <p:ph type="sldNum" sz="quarter" idx="12"/>
          </p:nvPr>
        </p:nvSpPr>
        <p:spPr/>
        <p:txBody>
          <a:bodyPr/>
          <a:lstStyle/>
          <a:p>
            <a:fld id="{45CA964B-B8B5-4404-ADB9-CBB2121E234F}" type="slidenum">
              <a:rPr lang="en-US" smtClean="0"/>
              <a:t>16</a:t>
            </a:fld>
            <a:endParaRPr lang="en-US"/>
          </a:p>
        </p:txBody>
      </p:sp>
    </p:spTree>
    <p:extLst>
      <p:ext uri="{BB962C8B-B14F-4D97-AF65-F5344CB8AC3E}">
        <p14:creationId xmlns:p14="http://schemas.microsoft.com/office/powerpoint/2010/main" val="19649128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7ECD474-6750-4B21-8D0D-74568CA9F8A9}"/>
              </a:ext>
            </a:extLst>
          </p:cNvPr>
          <p:cNvSpPr>
            <a:spLocks noGrp="1"/>
          </p:cNvSpPr>
          <p:nvPr>
            <p:ph type="ftr" sz="quarter" idx="11"/>
          </p:nvPr>
        </p:nvSpPr>
        <p:spPr/>
        <p:txBody>
          <a:bodyPr/>
          <a:lstStyle/>
          <a:p>
            <a:r>
              <a:rPr lang="vi-VN"/>
              <a:t>Cơ sở lập trình - Giới thiệu về lập trình</a:t>
            </a:r>
            <a:endParaRPr lang="en-US"/>
          </a:p>
        </p:txBody>
      </p:sp>
      <p:sp>
        <p:nvSpPr>
          <p:cNvPr id="5" name="Slide Number Placeholder 4">
            <a:extLst>
              <a:ext uri="{FF2B5EF4-FFF2-40B4-BE49-F238E27FC236}">
                <a16:creationId xmlns:a16="http://schemas.microsoft.com/office/drawing/2014/main" id="{272D8741-A1BB-4487-B1F5-8D5064185086}"/>
              </a:ext>
            </a:extLst>
          </p:cNvPr>
          <p:cNvSpPr>
            <a:spLocks noGrp="1"/>
          </p:cNvSpPr>
          <p:nvPr>
            <p:ph type="sldNum" sz="quarter" idx="12"/>
          </p:nvPr>
        </p:nvSpPr>
        <p:spPr/>
        <p:txBody>
          <a:bodyPr/>
          <a:lstStyle/>
          <a:p>
            <a:fld id="{45CA964B-B8B5-4404-ADB9-CBB2121E234F}" type="slidenum">
              <a:rPr lang="en-US" smtClean="0"/>
              <a:t>17</a:t>
            </a:fld>
            <a:endParaRPr lang="en-US"/>
          </a:p>
        </p:txBody>
      </p:sp>
      <p:sp>
        <p:nvSpPr>
          <p:cNvPr id="6" name="Content Placeholder 5">
            <a:extLst>
              <a:ext uri="{FF2B5EF4-FFF2-40B4-BE49-F238E27FC236}">
                <a16:creationId xmlns:a16="http://schemas.microsoft.com/office/drawing/2014/main" id="{AF3D1580-6F42-4016-8C96-563B7918E41C}"/>
              </a:ext>
            </a:extLst>
          </p:cNvPr>
          <p:cNvSpPr>
            <a:spLocks noGrp="1"/>
          </p:cNvSpPr>
          <p:nvPr>
            <p:ph type="body" sz="quarter" idx="13"/>
          </p:nvPr>
        </p:nvSpPr>
        <p:spPr/>
        <p:txBody>
          <a:bodyPr>
            <a:noAutofit/>
          </a:bodyPr>
          <a:lstStyle/>
          <a:p>
            <a:pPr>
              <a:lnSpc>
                <a:spcPct val="110000"/>
              </a:lnSpc>
              <a:spcBef>
                <a:spcPts val="0"/>
              </a:spcBef>
              <a:spcAft>
                <a:spcPts val="0"/>
              </a:spcAft>
            </a:pPr>
            <a:r>
              <a:rPr lang="en-US">
                <a:solidFill>
                  <a:srgbClr val="008000"/>
                </a:solidFill>
              </a:rPr>
              <a:t>//Chuong trinh tinh tien mua TV</a:t>
            </a:r>
            <a:endParaRPr lang="en-US">
              <a:solidFill>
                <a:srgbClr val="000000"/>
              </a:solidFill>
            </a:endParaRPr>
          </a:p>
          <a:p>
            <a:pPr>
              <a:lnSpc>
                <a:spcPct val="110000"/>
              </a:lnSpc>
              <a:spcBef>
                <a:spcPts val="0"/>
              </a:spcBef>
              <a:spcAft>
                <a:spcPts val="0"/>
              </a:spcAft>
            </a:pPr>
            <a:r>
              <a:rPr lang="en-US">
                <a:solidFill>
                  <a:srgbClr val="008000"/>
                </a:solidFill>
              </a:rPr>
              <a:t>//Tac gia: NTTA</a:t>
            </a:r>
            <a:endParaRPr lang="en-US">
              <a:solidFill>
                <a:srgbClr val="000000"/>
              </a:solidFill>
            </a:endParaRPr>
          </a:p>
          <a:p>
            <a:pPr>
              <a:lnSpc>
                <a:spcPct val="110000"/>
              </a:lnSpc>
              <a:spcBef>
                <a:spcPts val="0"/>
              </a:spcBef>
              <a:spcAft>
                <a:spcPts val="0"/>
              </a:spcAft>
            </a:pPr>
            <a:r>
              <a:rPr lang="en-US">
                <a:solidFill>
                  <a:srgbClr val="008000"/>
                </a:solidFill>
              </a:rPr>
              <a:t>//Ngay: 1/1/2018 </a:t>
            </a:r>
            <a:endParaRPr lang="en-US">
              <a:solidFill>
                <a:srgbClr val="000000"/>
              </a:solidFill>
            </a:endParaRPr>
          </a:p>
          <a:p>
            <a:pPr>
              <a:lnSpc>
                <a:spcPct val="110000"/>
              </a:lnSpc>
              <a:spcBef>
                <a:spcPts val="0"/>
              </a:spcBef>
              <a:spcAft>
                <a:spcPts val="0"/>
              </a:spcAft>
            </a:pPr>
            <a:r>
              <a:rPr lang="en-US">
                <a:solidFill>
                  <a:srgbClr val="808080"/>
                </a:solidFill>
              </a:rPr>
              <a:t>#include</a:t>
            </a:r>
            <a:r>
              <a:rPr lang="en-US">
                <a:solidFill>
                  <a:srgbClr val="000000"/>
                </a:solidFill>
              </a:rPr>
              <a:t> </a:t>
            </a:r>
            <a:r>
              <a:rPr lang="en-US">
                <a:solidFill>
                  <a:srgbClr val="A31515"/>
                </a:solidFill>
              </a:rPr>
              <a:t>&lt;iostream&gt;</a:t>
            </a:r>
            <a:r>
              <a:rPr lang="en-US">
                <a:solidFill>
                  <a:srgbClr val="000000"/>
                </a:solidFill>
              </a:rPr>
              <a:t> </a:t>
            </a:r>
          </a:p>
          <a:p>
            <a:pPr>
              <a:lnSpc>
                <a:spcPct val="110000"/>
              </a:lnSpc>
              <a:spcBef>
                <a:spcPts val="0"/>
              </a:spcBef>
              <a:spcAft>
                <a:spcPts val="0"/>
              </a:spcAft>
            </a:pPr>
            <a:r>
              <a:rPr lang="en-US">
                <a:solidFill>
                  <a:srgbClr val="0000FF"/>
                </a:solidFill>
              </a:rPr>
              <a:t>using</a:t>
            </a:r>
            <a:r>
              <a:rPr lang="en-US">
                <a:solidFill>
                  <a:srgbClr val="000000"/>
                </a:solidFill>
              </a:rPr>
              <a:t> </a:t>
            </a:r>
            <a:r>
              <a:rPr lang="en-US">
                <a:solidFill>
                  <a:srgbClr val="0000FF"/>
                </a:solidFill>
              </a:rPr>
              <a:t>namespace</a:t>
            </a:r>
            <a:r>
              <a:rPr lang="en-US">
                <a:solidFill>
                  <a:srgbClr val="000000"/>
                </a:solidFill>
              </a:rPr>
              <a:t> std;</a:t>
            </a:r>
          </a:p>
          <a:p>
            <a:pPr>
              <a:lnSpc>
                <a:spcPct val="110000"/>
              </a:lnSpc>
              <a:spcBef>
                <a:spcPts val="0"/>
              </a:spcBef>
              <a:spcAft>
                <a:spcPts val="0"/>
              </a:spcAft>
            </a:pPr>
            <a:r>
              <a:rPr lang="en-US">
                <a:solidFill>
                  <a:srgbClr val="0000FF"/>
                </a:solidFill>
              </a:rPr>
              <a:t>int</a:t>
            </a:r>
            <a:r>
              <a:rPr lang="en-US">
                <a:solidFill>
                  <a:srgbClr val="000000"/>
                </a:solidFill>
              </a:rPr>
              <a:t> main()</a:t>
            </a:r>
          </a:p>
          <a:p>
            <a:pPr>
              <a:lnSpc>
                <a:spcPct val="110000"/>
              </a:lnSpc>
              <a:spcBef>
                <a:spcPts val="0"/>
              </a:spcBef>
              <a:spcAft>
                <a:spcPts val="0"/>
              </a:spcAft>
            </a:pPr>
            <a:r>
              <a:rPr lang="en-US">
                <a:solidFill>
                  <a:srgbClr val="000000"/>
                </a:solidFill>
              </a:rPr>
              <a:t>{</a:t>
            </a:r>
          </a:p>
          <a:p>
            <a:pPr>
              <a:lnSpc>
                <a:spcPct val="110000"/>
              </a:lnSpc>
              <a:spcBef>
                <a:spcPts val="0"/>
              </a:spcBef>
              <a:spcAft>
                <a:spcPts val="0"/>
              </a:spcAft>
            </a:pPr>
            <a:r>
              <a:rPr lang="en-US">
                <a:solidFill>
                  <a:srgbClr val="000000"/>
                </a:solidFill>
              </a:rPr>
              <a:t>    </a:t>
            </a:r>
            <a:r>
              <a:rPr lang="en-US">
                <a:solidFill>
                  <a:srgbClr val="008000"/>
                </a:solidFill>
              </a:rPr>
              <a:t>//khai bao bien </a:t>
            </a:r>
            <a:endParaRPr lang="en-US">
              <a:solidFill>
                <a:srgbClr val="000000"/>
              </a:solidFill>
            </a:endParaRPr>
          </a:p>
          <a:p>
            <a:pPr>
              <a:lnSpc>
                <a:spcPct val="110000"/>
              </a:lnSpc>
              <a:spcBef>
                <a:spcPts val="0"/>
              </a:spcBef>
              <a:spcAft>
                <a:spcPts val="0"/>
              </a:spcAft>
            </a:pPr>
            <a:r>
              <a:rPr lang="en-US">
                <a:solidFill>
                  <a:srgbClr val="000000"/>
                </a:solidFill>
              </a:rPr>
              <a:t>    </a:t>
            </a:r>
            <a:r>
              <a:rPr lang="en-US">
                <a:solidFill>
                  <a:srgbClr val="0000FF"/>
                </a:solidFill>
              </a:rPr>
              <a:t>double</a:t>
            </a:r>
            <a:r>
              <a:rPr lang="en-US">
                <a:solidFill>
                  <a:srgbClr val="000000"/>
                </a:solidFill>
              </a:rPr>
              <a:t> giaban = 0.0; </a:t>
            </a:r>
          </a:p>
          <a:p>
            <a:pPr>
              <a:lnSpc>
                <a:spcPct val="110000"/>
              </a:lnSpc>
              <a:spcBef>
                <a:spcPts val="0"/>
              </a:spcBef>
              <a:spcAft>
                <a:spcPts val="0"/>
              </a:spcAft>
            </a:pPr>
            <a:r>
              <a:rPr lang="en-US">
                <a:solidFill>
                  <a:srgbClr val="000000"/>
                </a:solidFill>
              </a:rPr>
              <a:t>    </a:t>
            </a:r>
            <a:r>
              <a:rPr lang="en-US">
                <a:solidFill>
                  <a:srgbClr val="0000FF"/>
                </a:solidFill>
              </a:rPr>
              <a:t>double</a:t>
            </a:r>
            <a:r>
              <a:rPr lang="en-US">
                <a:solidFill>
                  <a:srgbClr val="000000"/>
                </a:solidFill>
              </a:rPr>
              <a:t> tylethue = 0.0; </a:t>
            </a:r>
          </a:p>
          <a:p>
            <a:pPr>
              <a:lnSpc>
                <a:spcPct val="110000"/>
              </a:lnSpc>
              <a:spcBef>
                <a:spcPts val="0"/>
              </a:spcBef>
              <a:spcAft>
                <a:spcPts val="0"/>
              </a:spcAft>
            </a:pPr>
            <a:r>
              <a:rPr lang="en-US">
                <a:solidFill>
                  <a:srgbClr val="000000"/>
                </a:solidFill>
              </a:rPr>
              <a:t>    </a:t>
            </a:r>
            <a:r>
              <a:rPr lang="en-US">
                <a:solidFill>
                  <a:srgbClr val="0000FF"/>
                </a:solidFill>
              </a:rPr>
              <a:t>double</a:t>
            </a:r>
            <a:r>
              <a:rPr lang="en-US">
                <a:solidFill>
                  <a:srgbClr val="000000"/>
                </a:solidFill>
              </a:rPr>
              <a:t> tienphaitra = 0.0; </a:t>
            </a:r>
          </a:p>
          <a:p>
            <a:pPr>
              <a:lnSpc>
                <a:spcPct val="110000"/>
              </a:lnSpc>
            </a:pPr>
            <a:r>
              <a:rPr lang="en-US">
                <a:solidFill>
                  <a:srgbClr val="000000"/>
                </a:solidFill>
              </a:rPr>
              <a:t>    </a:t>
            </a:r>
            <a:r>
              <a:rPr lang="en-US">
                <a:solidFill>
                  <a:srgbClr val="008000"/>
                </a:solidFill>
              </a:rPr>
              <a:t> //nhap du lieu</a:t>
            </a:r>
            <a:endParaRPr lang="en-US">
              <a:solidFill>
                <a:srgbClr val="000000"/>
              </a:solidFill>
            </a:endParaRPr>
          </a:p>
          <a:p>
            <a:pPr>
              <a:lnSpc>
                <a:spcPct val="110000"/>
              </a:lnSpc>
            </a:pPr>
            <a:r>
              <a:rPr lang="en-US">
                <a:solidFill>
                  <a:srgbClr val="000000"/>
                </a:solidFill>
              </a:rPr>
              <a:t>    cout </a:t>
            </a:r>
            <a:r>
              <a:rPr lang="en-US">
                <a:solidFill>
                  <a:srgbClr val="008080"/>
                </a:solidFill>
              </a:rPr>
              <a:t>&lt;&lt;</a:t>
            </a:r>
            <a:r>
              <a:rPr lang="en-US">
                <a:solidFill>
                  <a:srgbClr val="000000"/>
                </a:solidFill>
              </a:rPr>
              <a:t> </a:t>
            </a:r>
            <a:r>
              <a:rPr lang="en-US">
                <a:solidFill>
                  <a:srgbClr val="A31515"/>
                </a:solidFill>
              </a:rPr>
              <a:t>"Nhap gia ban: "</a:t>
            </a:r>
            <a:r>
              <a:rPr lang="en-US">
                <a:solidFill>
                  <a:srgbClr val="000000"/>
                </a:solidFill>
              </a:rPr>
              <a:t>;</a:t>
            </a:r>
          </a:p>
          <a:p>
            <a:pPr>
              <a:lnSpc>
                <a:spcPct val="110000"/>
              </a:lnSpc>
            </a:pPr>
            <a:r>
              <a:rPr lang="en-US">
                <a:solidFill>
                  <a:srgbClr val="000000"/>
                </a:solidFill>
              </a:rPr>
              <a:t>    cin </a:t>
            </a:r>
            <a:r>
              <a:rPr lang="en-US">
                <a:solidFill>
                  <a:srgbClr val="008080"/>
                </a:solidFill>
              </a:rPr>
              <a:t>&gt;&gt;</a:t>
            </a:r>
            <a:r>
              <a:rPr lang="en-US">
                <a:solidFill>
                  <a:srgbClr val="000000"/>
                </a:solidFill>
              </a:rPr>
              <a:t> giaban;</a:t>
            </a:r>
          </a:p>
          <a:p>
            <a:pPr>
              <a:lnSpc>
                <a:spcPct val="110000"/>
              </a:lnSpc>
            </a:pPr>
            <a:r>
              <a:rPr lang="en-US">
                <a:solidFill>
                  <a:srgbClr val="000000"/>
                </a:solidFill>
              </a:rPr>
              <a:t>    cout </a:t>
            </a:r>
            <a:r>
              <a:rPr lang="en-US">
                <a:solidFill>
                  <a:srgbClr val="008080"/>
                </a:solidFill>
              </a:rPr>
              <a:t>&lt;&lt;</a:t>
            </a:r>
            <a:r>
              <a:rPr lang="en-US">
                <a:solidFill>
                  <a:srgbClr val="000000"/>
                </a:solidFill>
              </a:rPr>
              <a:t> </a:t>
            </a:r>
            <a:r>
              <a:rPr lang="en-US">
                <a:solidFill>
                  <a:srgbClr val="A31515"/>
                </a:solidFill>
              </a:rPr>
              <a:t>"Nhap ty le thue: "</a:t>
            </a:r>
            <a:r>
              <a:rPr lang="en-US">
                <a:solidFill>
                  <a:srgbClr val="000000"/>
                </a:solidFill>
              </a:rPr>
              <a:t>;</a:t>
            </a:r>
          </a:p>
          <a:p>
            <a:pPr>
              <a:lnSpc>
                <a:spcPct val="110000"/>
              </a:lnSpc>
            </a:pPr>
            <a:r>
              <a:rPr lang="en-US">
                <a:solidFill>
                  <a:srgbClr val="000000"/>
                </a:solidFill>
              </a:rPr>
              <a:t>    cin </a:t>
            </a:r>
            <a:r>
              <a:rPr lang="en-US">
                <a:solidFill>
                  <a:srgbClr val="008080"/>
                </a:solidFill>
              </a:rPr>
              <a:t>&gt;&gt;</a:t>
            </a:r>
            <a:r>
              <a:rPr lang="en-US">
                <a:solidFill>
                  <a:srgbClr val="000000"/>
                </a:solidFill>
              </a:rPr>
              <a:t> tylethue;</a:t>
            </a:r>
          </a:p>
        </p:txBody>
      </p:sp>
    </p:spTree>
    <p:extLst>
      <p:ext uri="{BB962C8B-B14F-4D97-AF65-F5344CB8AC3E}">
        <p14:creationId xmlns:p14="http://schemas.microsoft.com/office/powerpoint/2010/main" val="19403382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7ECD474-6750-4B21-8D0D-74568CA9F8A9}"/>
              </a:ext>
            </a:extLst>
          </p:cNvPr>
          <p:cNvSpPr>
            <a:spLocks noGrp="1"/>
          </p:cNvSpPr>
          <p:nvPr>
            <p:ph type="ftr" sz="quarter" idx="11"/>
          </p:nvPr>
        </p:nvSpPr>
        <p:spPr/>
        <p:txBody>
          <a:bodyPr/>
          <a:lstStyle/>
          <a:p>
            <a:r>
              <a:rPr lang="vi-VN"/>
              <a:t>Cơ sở lập trình - Giới thiệu về lập trình</a:t>
            </a:r>
            <a:endParaRPr lang="en-US"/>
          </a:p>
        </p:txBody>
      </p:sp>
      <p:sp>
        <p:nvSpPr>
          <p:cNvPr id="5" name="Slide Number Placeholder 4">
            <a:extLst>
              <a:ext uri="{FF2B5EF4-FFF2-40B4-BE49-F238E27FC236}">
                <a16:creationId xmlns:a16="http://schemas.microsoft.com/office/drawing/2014/main" id="{272D8741-A1BB-4487-B1F5-8D5064185086}"/>
              </a:ext>
            </a:extLst>
          </p:cNvPr>
          <p:cNvSpPr>
            <a:spLocks noGrp="1"/>
          </p:cNvSpPr>
          <p:nvPr>
            <p:ph type="sldNum" sz="quarter" idx="12"/>
          </p:nvPr>
        </p:nvSpPr>
        <p:spPr/>
        <p:txBody>
          <a:bodyPr/>
          <a:lstStyle/>
          <a:p>
            <a:fld id="{45CA964B-B8B5-4404-ADB9-CBB2121E234F}" type="slidenum">
              <a:rPr lang="en-US" smtClean="0"/>
              <a:t>18</a:t>
            </a:fld>
            <a:endParaRPr lang="en-US"/>
          </a:p>
        </p:txBody>
      </p:sp>
      <p:sp>
        <p:nvSpPr>
          <p:cNvPr id="6" name="Content Placeholder 5">
            <a:extLst>
              <a:ext uri="{FF2B5EF4-FFF2-40B4-BE49-F238E27FC236}">
                <a16:creationId xmlns:a16="http://schemas.microsoft.com/office/drawing/2014/main" id="{AF3D1580-6F42-4016-8C96-563B7918E41C}"/>
              </a:ext>
            </a:extLst>
          </p:cNvPr>
          <p:cNvSpPr>
            <a:spLocks noGrp="1"/>
          </p:cNvSpPr>
          <p:nvPr>
            <p:ph type="body" sz="quarter" idx="13"/>
          </p:nvPr>
        </p:nvSpPr>
        <p:spPr/>
        <p:txBody>
          <a:bodyPr>
            <a:normAutofit/>
          </a:bodyPr>
          <a:lstStyle/>
          <a:p>
            <a:pPr>
              <a:lnSpc>
                <a:spcPct val="110000"/>
              </a:lnSpc>
              <a:spcBef>
                <a:spcPts val="0"/>
              </a:spcBef>
            </a:pPr>
            <a:r>
              <a:rPr lang="en-US">
                <a:solidFill>
                  <a:srgbClr val="008000"/>
                </a:solidFill>
              </a:rPr>
              <a:t>    </a:t>
            </a:r>
            <a:endParaRPr lang="en-US">
              <a:solidFill>
                <a:srgbClr val="000000"/>
              </a:solidFill>
            </a:endParaRPr>
          </a:p>
          <a:p>
            <a:r>
              <a:rPr lang="en-US">
                <a:solidFill>
                  <a:srgbClr val="000000"/>
                </a:solidFill>
              </a:rPr>
              <a:t>    </a:t>
            </a:r>
            <a:r>
              <a:rPr lang="en-US">
                <a:solidFill>
                  <a:srgbClr val="008000"/>
                </a:solidFill>
              </a:rPr>
              <a:t>//tinh tien khach phai tra</a:t>
            </a:r>
            <a:endParaRPr lang="en-US">
              <a:solidFill>
                <a:srgbClr val="000000"/>
              </a:solidFill>
            </a:endParaRPr>
          </a:p>
          <a:p>
            <a:r>
              <a:rPr lang="en-US">
                <a:solidFill>
                  <a:srgbClr val="000000"/>
                </a:solidFill>
              </a:rPr>
              <a:t>    tienphaitra = giaban * tylethue + giaban;</a:t>
            </a:r>
          </a:p>
          <a:p>
            <a:endParaRPr lang="en-US">
              <a:solidFill>
                <a:srgbClr val="000000"/>
              </a:solidFill>
            </a:endParaRPr>
          </a:p>
          <a:p>
            <a:r>
              <a:rPr lang="en-US">
                <a:solidFill>
                  <a:srgbClr val="000000"/>
                </a:solidFill>
              </a:rPr>
              <a:t>    </a:t>
            </a:r>
            <a:r>
              <a:rPr lang="en-US">
                <a:solidFill>
                  <a:srgbClr val="008000"/>
                </a:solidFill>
              </a:rPr>
              <a:t>//in ket qua</a:t>
            </a:r>
            <a:endParaRPr lang="en-US">
              <a:solidFill>
                <a:srgbClr val="000000"/>
              </a:solidFill>
            </a:endParaRPr>
          </a:p>
          <a:p>
            <a:r>
              <a:rPr lang="en-US">
                <a:solidFill>
                  <a:srgbClr val="000000"/>
                </a:solidFill>
              </a:rPr>
              <a:t>    cout </a:t>
            </a:r>
            <a:r>
              <a:rPr lang="en-US">
                <a:solidFill>
                  <a:srgbClr val="008080"/>
                </a:solidFill>
              </a:rPr>
              <a:t>&lt;&lt;</a:t>
            </a:r>
            <a:r>
              <a:rPr lang="en-US">
                <a:solidFill>
                  <a:srgbClr val="000000"/>
                </a:solidFill>
              </a:rPr>
              <a:t> </a:t>
            </a:r>
            <a:r>
              <a:rPr lang="en-US">
                <a:solidFill>
                  <a:srgbClr val="A31515"/>
                </a:solidFill>
              </a:rPr>
              <a:t>"So tien khach tra: "</a:t>
            </a:r>
            <a:r>
              <a:rPr lang="en-US">
                <a:solidFill>
                  <a:srgbClr val="000000"/>
                </a:solidFill>
              </a:rPr>
              <a:t> </a:t>
            </a:r>
            <a:r>
              <a:rPr lang="en-US">
                <a:solidFill>
                  <a:srgbClr val="008080"/>
                </a:solidFill>
              </a:rPr>
              <a:t>&lt;&lt;</a:t>
            </a:r>
            <a:r>
              <a:rPr lang="en-US">
                <a:solidFill>
                  <a:srgbClr val="000000"/>
                </a:solidFill>
              </a:rPr>
              <a:t> tienphaitra </a:t>
            </a:r>
          </a:p>
          <a:p>
            <a:r>
              <a:rPr lang="en-US">
                <a:solidFill>
                  <a:srgbClr val="000000"/>
                </a:solidFill>
              </a:rPr>
              <a:t>         </a:t>
            </a:r>
            <a:r>
              <a:rPr lang="en-US">
                <a:solidFill>
                  <a:srgbClr val="008080"/>
                </a:solidFill>
              </a:rPr>
              <a:t>&lt;&lt;</a:t>
            </a:r>
            <a:r>
              <a:rPr lang="en-US">
                <a:solidFill>
                  <a:srgbClr val="000000"/>
                </a:solidFill>
              </a:rPr>
              <a:t> endl;</a:t>
            </a:r>
          </a:p>
          <a:p>
            <a:endParaRPr lang="en-US">
              <a:solidFill>
                <a:srgbClr val="000000"/>
              </a:solidFill>
            </a:endParaRPr>
          </a:p>
          <a:p>
            <a:r>
              <a:rPr lang="en-US">
                <a:solidFill>
                  <a:srgbClr val="000000"/>
                </a:solidFill>
              </a:rPr>
              <a:t>    </a:t>
            </a:r>
            <a:r>
              <a:rPr lang="en-US">
                <a:solidFill>
                  <a:srgbClr val="0000FF"/>
                </a:solidFill>
              </a:rPr>
              <a:t>return</a:t>
            </a:r>
            <a:r>
              <a:rPr lang="en-US">
                <a:solidFill>
                  <a:srgbClr val="000000"/>
                </a:solidFill>
              </a:rPr>
              <a:t> 0;</a:t>
            </a:r>
          </a:p>
          <a:p>
            <a:r>
              <a:rPr lang="en-US">
                <a:solidFill>
                  <a:srgbClr val="000000"/>
                </a:solidFill>
              </a:rPr>
              <a:t>}</a:t>
            </a:r>
            <a:endParaRPr lang="en-US"/>
          </a:p>
        </p:txBody>
      </p:sp>
    </p:spTree>
    <p:extLst>
      <p:ext uri="{BB962C8B-B14F-4D97-AF65-F5344CB8AC3E}">
        <p14:creationId xmlns:p14="http://schemas.microsoft.com/office/powerpoint/2010/main" val="8171784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443254-D5A3-4F01-8A8E-BCE3302C7F09}"/>
              </a:ext>
            </a:extLst>
          </p:cNvPr>
          <p:cNvSpPr>
            <a:spLocks noGrp="1"/>
          </p:cNvSpPr>
          <p:nvPr>
            <p:ph type="title"/>
          </p:nvPr>
        </p:nvSpPr>
        <p:spPr/>
        <p:txBody>
          <a:bodyPr/>
          <a:lstStyle/>
          <a:p>
            <a:r>
              <a:rPr lang="vi-VN"/>
              <a:t>Bước 4. Kiểm thử</a:t>
            </a:r>
            <a:endParaRPr lang="en-US"/>
          </a:p>
        </p:txBody>
      </p:sp>
      <p:sp>
        <p:nvSpPr>
          <p:cNvPr id="6" name="Content Placeholder 5">
            <a:extLst>
              <a:ext uri="{FF2B5EF4-FFF2-40B4-BE49-F238E27FC236}">
                <a16:creationId xmlns:a16="http://schemas.microsoft.com/office/drawing/2014/main" id="{6B303F1A-DF9E-4AE6-B536-6A02640F42A1}"/>
              </a:ext>
            </a:extLst>
          </p:cNvPr>
          <p:cNvSpPr>
            <a:spLocks noGrp="1"/>
          </p:cNvSpPr>
          <p:nvPr>
            <p:ph idx="1"/>
          </p:nvPr>
        </p:nvSpPr>
        <p:spPr/>
        <p:txBody>
          <a:bodyPr/>
          <a:lstStyle/>
          <a:p>
            <a:pPr algn="just">
              <a:lnSpc>
                <a:spcPct val="100000"/>
              </a:lnSpc>
              <a:spcBef>
                <a:spcPts val="0"/>
              </a:spcBef>
            </a:pPr>
            <a:r>
              <a:rPr lang="vi-VN"/>
              <a:t>Kiểm thử được thực hiện ở mỗi bước trong chu trình. Khi chương trình hoàn tất, kiểm thử được thực hiện lần cuối và cũng là lần quan trọng nhất.</a:t>
            </a:r>
          </a:p>
          <a:p>
            <a:pPr algn="just">
              <a:lnSpc>
                <a:spcPct val="100000"/>
              </a:lnSpc>
              <a:spcBef>
                <a:spcPts val="0"/>
              </a:spcBef>
            </a:pPr>
            <a:r>
              <a:rPr lang="vi-VN"/>
              <a:t>Chạy chương trình với dữ liệu nhập mẫu (test data) để so sánh kết quả chương trình với kết quả đã kiểm thử bằng tay (ở bước 2).</a:t>
            </a:r>
          </a:p>
          <a:p>
            <a:pPr lvl="3"/>
            <a:r>
              <a:rPr lang="vi-VN">
                <a:latin typeface="Consolas" panose="020B0609020204030204" pitchFamily="49" charset="0"/>
              </a:rPr>
              <a:t>Nhap gia ban: 2300</a:t>
            </a:r>
            <a:endParaRPr lang="en-US">
              <a:latin typeface="Consolas" panose="020B0609020204030204" pitchFamily="49" charset="0"/>
            </a:endParaRPr>
          </a:p>
          <a:p>
            <a:pPr lvl="3"/>
            <a:r>
              <a:rPr lang="vi-VN">
                <a:latin typeface="Consolas" panose="020B0609020204030204" pitchFamily="49" charset="0"/>
              </a:rPr>
              <a:t>Nhap ty le thue: 0.05</a:t>
            </a:r>
          </a:p>
          <a:p>
            <a:pPr lvl="3"/>
            <a:r>
              <a:rPr lang="vi-VN">
                <a:latin typeface="Consolas" panose="020B0609020204030204" pitchFamily="49" charset="0"/>
              </a:rPr>
              <a:t>So tien khach tra: 2415</a:t>
            </a:r>
          </a:p>
          <a:p>
            <a:pPr lvl="3"/>
            <a:r>
              <a:rPr lang="vi-VN">
                <a:latin typeface="Consolas" panose="020B0609020204030204" pitchFamily="49" charset="0"/>
              </a:rPr>
              <a:t>Nhap gia ban: 5200</a:t>
            </a:r>
          </a:p>
          <a:p>
            <a:pPr lvl="3"/>
            <a:r>
              <a:rPr lang="vi-VN">
                <a:latin typeface="Consolas" panose="020B0609020204030204" pitchFamily="49" charset="0"/>
              </a:rPr>
              <a:t>Nhap ty le thue: 0.03</a:t>
            </a:r>
          </a:p>
          <a:p>
            <a:pPr lvl="3"/>
            <a:r>
              <a:rPr lang="vi-VN">
                <a:latin typeface="Consolas" panose="020B0609020204030204" pitchFamily="49" charset="0"/>
              </a:rPr>
              <a:t>So tien khach tra: 5356</a:t>
            </a:r>
          </a:p>
          <a:p>
            <a:endParaRPr lang="en-US"/>
          </a:p>
        </p:txBody>
      </p:sp>
      <p:sp>
        <p:nvSpPr>
          <p:cNvPr id="2" name="Footer Placeholder 1">
            <a:extLst>
              <a:ext uri="{FF2B5EF4-FFF2-40B4-BE49-F238E27FC236}">
                <a16:creationId xmlns:a16="http://schemas.microsoft.com/office/drawing/2014/main" id="{6409753E-A368-428F-8A1E-0348342EA60D}"/>
              </a:ext>
            </a:extLst>
          </p:cNvPr>
          <p:cNvSpPr>
            <a:spLocks noGrp="1"/>
          </p:cNvSpPr>
          <p:nvPr>
            <p:ph type="ftr" sz="quarter" idx="11"/>
          </p:nvPr>
        </p:nvSpPr>
        <p:spPr/>
        <p:txBody>
          <a:bodyPr/>
          <a:lstStyle/>
          <a:p>
            <a:r>
              <a:rPr lang="vi-VN"/>
              <a:t>Cơ sở lập trình - Giới thiệu về lập trình</a:t>
            </a:r>
            <a:endParaRPr lang="en-US"/>
          </a:p>
        </p:txBody>
      </p:sp>
      <p:sp>
        <p:nvSpPr>
          <p:cNvPr id="3" name="Slide Number Placeholder 2">
            <a:extLst>
              <a:ext uri="{FF2B5EF4-FFF2-40B4-BE49-F238E27FC236}">
                <a16:creationId xmlns:a16="http://schemas.microsoft.com/office/drawing/2014/main" id="{30649444-F35D-4B46-8743-BF456165A02B}"/>
              </a:ext>
            </a:extLst>
          </p:cNvPr>
          <p:cNvSpPr>
            <a:spLocks noGrp="1"/>
          </p:cNvSpPr>
          <p:nvPr>
            <p:ph type="sldNum" sz="quarter" idx="12"/>
          </p:nvPr>
        </p:nvSpPr>
        <p:spPr/>
        <p:txBody>
          <a:bodyPr/>
          <a:lstStyle/>
          <a:p>
            <a:fld id="{45CA964B-B8B5-4404-ADB9-CBB2121E234F}" type="slidenum">
              <a:rPr lang="en-US" smtClean="0"/>
              <a:t>19</a:t>
            </a:fld>
            <a:endParaRPr lang="en-US"/>
          </a:p>
        </p:txBody>
      </p:sp>
    </p:spTree>
    <p:extLst>
      <p:ext uri="{BB962C8B-B14F-4D97-AF65-F5344CB8AC3E}">
        <p14:creationId xmlns:p14="http://schemas.microsoft.com/office/powerpoint/2010/main" val="26259562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AF205-4938-4279-93FB-D48BC9528C89}"/>
              </a:ext>
            </a:extLst>
          </p:cNvPr>
          <p:cNvSpPr>
            <a:spLocks noGrp="1"/>
          </p:cNvSpPr>
          <p:nvPr>
            <p:ph type="title"/>
          </p:nvPr>
        </p:nvSpPr>
        <p:spPr/>
        <p:txBody>
          <a:bodyPr/>
          <a:lstStyle/>
          <a:p>
            <a:r>
              <a:rPr lang="en-US"/>
              <a:t>Bài tập</a:t>
            </a:r>
          </a:p>
        </p:txBody>
      </p:sp>
      <p:sp>
        <p:nvSpPr>
          <p:cNvPr id="6" name="Content Placeholder 5">
            <a:extLst>
              <a:ext uri="{FF2B5EF4-FFF2-40B4-BE49-F238E27FC236}">
                <a16:creationId xmlns:a16="http://schemas.microsoft.com/office/drawing/2014/main" id="{E450F4D4-A0A9-4736-8159-1EB06A406085}"/>
              </a:ext>
            </a:extLst>
          </p:cNvPr>
          <p:cNvSpPr>
            <a:spLocks noGrp="1"/>
          </p:cNvSpPr>
          <p:nvPr>
            <p:ph idx="1"/>
          </p:nvPr>
        </p:nvSpPr>
        <p:spPr/>
        <p:txBody>
          <a:bodyPr>
            <a:noAutofit/>
          </a:bodyPr>
          <a:lstStyle/>
          <a:p>
            <a:r>
              <a:rPr lang="en-US"/>
              <a:t>Cho lưu đồ IPO như sau:</a:t>
            </a:r>
          </a:p>
          <a:p>
            <a:endParaRPr lang="en-US"/>
          </a:p>
          <a:p>
            <a:endParaRPr lang="en-US"/>
          </a:p>
          <a:p>
            <a:endParaRPr lang="en-US"/>
          </a:p>
          <a:p>
            <a:endParaRPr lang="en-US"/>
          </a:p>
          <a:p>
            <a:endParaRPr lang="en-US"/>
          </a:p>
          <a:p>
            <a:pPr lvl="1"/>
            <a:endParaRPr lang="en-US"/>
          </a:p>
          <a:p>
            <a:pPr lvl="1"/>
            <a:endParaRPr lang="en-US"/>
          </a:p>
          <a:p>
            <a:pPr lvl="1"/>
            <a:endParaRPr lang="en-US"/>
          </a:p>
          <a:p>
            <a:pPr lvl="1"/>
            <a:endParaRPr lang="en-US"/>
          </a:p>
          <a:p>
            <a:pPr lvl="1" algn="just"/>
            <a:r>
              <a:rPr lang="vi-VN"/>
              <a:t>Hãy cho biết giá trị tiền lời được in ra nếu nhập số lượng bán là 100, giá mua là 5 và giá bán là 8.</a:t>
            </a:r>
          </a:p>
          <a:p>
            <a:pPr lvl="1"/>
            <a:r>
              <a:rPr lang="vi-VN"/>
              <a:t>Hãy hiệu chỉnh lưu đồ IPO để làm giảm bước tính toán</a:t>
            </a:r>
            <a:r>
              <a:rPr lang="en-US"/>
              <a:t>.</a:t>
            </a:r>
            <a:endParaRPr lang="vi-VN"/>
          </a:p>
        </p:txBody>
      </p:sp>
      <p:sp>
        <p:nvSpPr>
          <p:cNvPr id="3" name="Footer Placeholder 2">
            <a:extLst>
              <a:ext uri="{FF2B5EF4-FFF2-40B4-BE49-F238E27FC236}">
                <a16:creationId xmlns:a16="http://schemas.microsoft.com/office/drawing/2014/main" id="{7121E05F-3C48-43E5-8429-ECE4FFE7274A}"/>
              </a:ext>
            </a:extLst>
          </p:cNvPr>
          <p:cNvSpPr>
            <a:spLocks noGrp="1"/>
          </p:cNvSpPr>
          <p:nvPr>
            <p:ph type="ftr" sz="quarter" idx="11"/>
          </p:nvPr>
        </p:nvSpPr>
        <p:spPr/>
        <p:txBody>
          <a:bodyPr/>
          <a:lstStyle/>
          <a:p>
            <a:r>
              <a:rPr lang="vi-VN"/>
              <a:t>Cơ sở lập trình - Giới thiệu về lập trình</a:t>
            </a:r>
            <a:endParaRPr lang="en-US"/>
          </a:p>
        </p:txBody>
      </p:sp>
      <p:sp>
        <p:nvSpPr>
          <p:cNvPr id="5" name="Slide Number Placeholder 4">
            <a:extLst>
              <a:ext uri="{FF2B5EF4-FFF2-40B4-BE49-F238E27FC236}">
                <a16:creationId xmlns:a16="http://schemas.microsoft.com/office/drawing/2014/main" id="{A626E9A3-5565-4498-863D-8E06938D5B45}"/>
              </a:ext>
            </a:extLst>
          </p:cNvPr>
          <p:cNvSpPr>
            <a:spLocks noGrp="1"/>
          </p:cNvSpPr>
          <p:nvPr>
            <p:ph type="sldNum" sz="quarter" idx="12"/>
          </p:nvPr>
        </p:nvSpPr>
        <p:spPr/>
        <p:txBody>
          <a:bodyPr/>
          <a:lstStyle/>
          <a:p>
            <a:fld id="{45CA964B-B8B5-4404-ADB9-CBB2121E234F}" type="slidenum">
              <a:rPr lang="en-US" smtClean="0"/>
              <a:t>20</a:t>
            </a:fld>
            <a:endParaRPr lang="en-US"/>
          </a:p>
        </p:txBody>
      </p:sp>
      <p:graphicFrame>
        <p:nvGraphicFramePr>
          <p:cNvPr id="7" name="Content Placeholder 4">
            <a:extLst>
              <a:ext uri="{FF2B5EF4-FFF2-40B4-BE49-F238E27FC236}">
                <a16:creationId xmlns:a16="http://schemas.microsoft.com/office/drawing/2014/main" id="{187DFFBF-0EB7-4BF3-848E-BD7FA1FF8DEB}"/>
              </a:ext>
            </a:extLst>
          </p:cNvPr>
          <p:cNvGraphicFramePr>
            <a:graphicFrameLocks/>
          </p:cNvGraphicFramePr>
          <p:nvPr>
            <p:extLst>
              <p:ext uri="{D42A27DB-BD31-4B8C-83A1-F6EECF244321}">
                <p14:modId xmlns:p14="http://schemas.microsoft.com/office/powerpoint/2010/main" val="522916283"/>
              </p:ext>
            </p:extLst>
          </p:nvPr>
        </p:nvGraphicFramePr>
        <p:xfrm>
          <a:off x="228600" y="1634362"/>
          <a:ext cx="8686800" cy="3472117"/>
        </p:xfrm>
        <a:graphic>
          <a:graphicData uri="http://schemas.openxmlformats.org/drawingml/2006/table">
            <a:tbl>
              <a:tblPr firstRow="1">
                <a:tableStyleId>{2D5ABB26-0587-4C30-8999-92F81FD0307C}</a:tableStyleId>
              </a:tblPr>
              <a:tblGrid>
                <a:gridCol w="2069836">
                  <a:extLst>
                    <a:ext uri="{9D8B030D-6E8A-4147-A177-3AD203B41FA5}">
                      <a16:colId xmlns:a16="http://schemas.microsoft.com/office/drawing/2014/main" val="751555151"/>
                    </a:ext>
                  </a:extLst>
                </a:gridCol>
                <a:gridCol w="4757511">
                  <a:extLst>
                    <a:ext uri="{9D8B030D-6E8A-4147-A177-3AD203B41FA5}">
                      <a16:colId xmlns:a16="http://schemas.microsoft.com/office/drawing/2014/main" val="1670097072"/>
                    </a:ext>
                  </a:extLst>
                </a:gridCol>
                <a:gridCol w="1859453">
                  <a:extLst>
                    <a:ext uri="{9D8B030D-6E8A-4147-A177-3AD203B41FA5}">
                      <a16:colId xmlns:a16="http://schemas.microsoft.com/office/drawing/2014/main" val="2062655766"/>
                    </a:ext>
                  </a:extLst>
                </a:gridCol>
              </a:tblGrid>
              <a:tr h="286952">
                <a:tc>
                  <a:txBody>
                    <a:bodyPr/>
                    <a:lstStyle/>
                    <a:p>
                      <a:pPr marL="78740" marR="0" indent="0">
                        <a:lnSpc>
                          <a:spcPct val="107000"/>
                        </a:lnSpc>
                        <a:spcBef>
                          <a:spcPts val="0"/>
                        </a:spcBef>
                        <a:spcAft>
                          <a:spcPts val="0"/>
                        </a:spcAft>
                      </a:pPr>
                      <a:r>
                        <a:rPr lang="en-US" sz="2400" b="1">
                          <a:effectLst/>
                        </a:rPr>
                        <a:t>Input</a:t>
                      </a:r>
                      <a:endParaRPr lang="en-US"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30480" marT="59055"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marR="0" indent="0">
                        <a:lnSpc>
                          <a:spcPct val="107000"/>
                        </a:lnSpc>
                        <a:spcBef>
                          <a:spcPts val="0"/>
                        </a:spcBef>
                        <a:spcAft>
                          <a:spcPts val="0"/>
                        </a:spcAft>
                      </a:pPr>
                      <a:r>
                        <a:rPr lang="en-US" sz="2400" b="1">
                          <a:effectLst/>
                        </a:rPr>
                        <a:t>Processing</a:t>
                      </a:r>
                      <a:endParaRPr lang="en-US"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30480" marT="59055" marB="0">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marR="0" indent="0">
                        <a:lnSpc>
                          <a:spcPct val="107000"/>
                        </a:lnSpc>
                        <a:spcBef>
                          <a:spcPts val="0"/>
                        </a:spcBef>
                        <a:spcAft>
                          <a:spcPts val="0"/>
                        </a:spcAft>
                      </a:pPr>
                      <a:r>
                        <a:rPr lang="en-US" sz="2400" b="1">
                          <a:effectLst/>
                        </a:rPr>
                        <a:t>Output</a:t>
                      </a:r>
                      <a:endParaRPr lang="en-US"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30480" marT="59055"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7784016"/>
                  </a:ext>
                </a:extLst>
              </a:tr>
              <a:tr h="693176">
                <a:tc>
                  <a:txBody>
                    <a:bodyPr/>
                    <a:lstStyle/>
                    <a:p>
                      <a:pPr marL="78740" marR="337820" indent="0">
                        <a:lnSpc>
                          <a:spcPct val="90000"/>
                        </a:lnSpc>
                        <a:spcBef>
                          <a:spcPts val="0"/>
                        </a:spcBef>
                        <a:spcAft>
                          <a:spcPts val="0"/>
                        </a:spcAft>
                      </a:pPr>
                      <a:r>
                        <a:rPr lang="vi-VN" sz="2400">
                          <a:effectLst/>
                        </a:rPr>
                        <a:t>số lượng bán </a:t>
                      </a:r>
                      <a:endParaRPr lang="en-US" sz="2400">
                        <a:effectLst/>
                      </a:endParaRPr>
                    </a:p>
                    <a:p>
                      <a:pPr marL="78740" marR="337820" indent="0">
                        <a:lnSpc>
                          <a:spcPct val="90000"/>
                        </a:lnSpc>
                        <a:spcBef>
                          <a:spcPts val="0"/>
                        </a:spcBef>
                        <a:spcAft>
                          <a:spcPts val="0"/>
                        </a:spcAft>
                      </a:pPr>
                      <a:r>
                        <a:rPr lang="vi-VN" sz="2400">
                          <a:effectLst/>
                        </a:rPr>
                        <a:t>giá mua </a:t>
                      </a:r>
                      <a:endParaRPr lang="en-US" sz="2400">
                        <a:effectLst/>
                      </a:endParaRPr>
                    </a:p>
                    <a:p>
                      <a:pPr marL="78740" marR="337820" indent="0">
                        <a:lnSpc>
                          <a:spcPct val="90000"/>
                        </a:lnSpc>
                        <a:spcBef>
                          <a:spcPts val="0"/>
                        </a:spcBef>
                        <a:spcAft>
                          <a:spcPts val="0"/>
                        </a:spcAft>
                      </a:pPr>
                      <a:r>
                        <a:rPr lang="vi-VN" sz="2400">
                          <a:effectLst/>
                        </a:rPr>
                        <a:t>giá bán</a:t>
                      </a:r>
                      <a:endParaRPr lang="en-US" sz="2400">
                        <a:effectLst/>
                      </a:endParaRPr>
                    </a:p>
                  </a:txBody>
                  <a:tcPr marL="0" marR="30480" marT="59055" marB="0">
                    <a:lnL w="12700"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nSpc>
                          <a:spcPct val="90000"/>
                        </a:lnSpc>
                        <a:spcBef>
                          <a:spcPts val="0"/>
                        </a:spcBef>
                        <a:spcAft>
                          <a:spcPts val="0"/>
                        </a:spcAft>
                      </a:pPr>
                      <a:r>
                        <a:rPr lang="en-US" sz="2400">
                          <a:effectLst/>
                        </a:rPr>
                        <a:t>Processing items:</a:t>
                      </a:r>
                    </a:p>
                    <a:p>
                      <a:pPr marL="0" marR="0" lvl="0" indent="0" algn="l" defTabSz="914400" rtl="0" eaLnBrk="1" fontAlgn="auto" latinLnBrk="0" hangingPunct="1">
                        <a:lnSpc>
                          <a:spcPct val="90000"/>
                        </a:lnSpc>
                        <a:spcBef>
                          <a:spcPts val="0"/>
                        </a:spcBef>
                        <a:spcAft>
                          <a:spcPts val="0"/>
                        </a:spcAft>
                        <a:buClrTx/>
                        <a:buSzTx/>
                        <a:buFontTx/>
                        <a:buNone/>
                        <a:tabLst/>
                        <a:defRPr/>
                      </a:pPr>
                      <a:r>
                        <a:rPr lang="en-US" sz="2400">
                          <a:effectLst/>
                        </a:rPr>
                        <a:t>Algorithm:</a:t>
                      </a:r>
                    </a:p>
                    <a:p>
                      <a:pPr>
                        <a:lnSpc>
                          <a:spcPct val="90000"/>
                        </a:lnSpc>
                      </a:pPr>
                      <a:r>
                        <a:rPr lang="vi-VN" sz="2400"/>
                        <a:t>1.</a:t>
                      </a:r>
                      <a:r>
                        <a:rPr lang="en-US" sz="2400"/>
                        <a:t> </a:t>
                      </a:r>
                      <a:r>
                        <a:rPr lang="vi-VN" sz="2400"/>
                        <a:t>nhập số lượng bán, giá mua và giá bán</a:t>
                      </a:r>
                    </a:p>
                    <a:p>
                      <a:pPr>
                        <a:lnSpc>
                          <a:spcPct val="90000"/>
                        </a:lnSpc>
                      </a:pPr>
                      <a:r>
                        <a:rPr lang="vi-VN" sz="2400"/>
                        <a:t>2.</a:t>
                      </a:r>
                      <a:r>
                        <a:rPr lang="en-US" sz="2400"/>
                        <a:t> </a:t>
                      </a:r>
                      <a:r>
                        <a:rPr lang="vi-VN" sz="2400"/>
                        <a:t>tính tiền chênh lệch giữa giá mua và giá bán</a:t>
                      </a:r>
                      <a:endParaRPr lang="en-US" sz="2400"/>
                    </a:p>
                    <a:p>
                      <a:pPr>
                        <a:lnSpc>
                          <a:spcPct val="90000"/>
                        </a:lnSpc>
                      </a:pPr>
                      <a:r>
                        <a:rPr lang="vi-VN" sz="2400"/>
                        <a:t>3. tính tiền lời bằng cách nhân tiền chênh lệch với số lượng bán </a:t>
                      </a:r>
                      <a:endParaRPr lang="en-US" sz="2400"/>
                    </a:p>
                    <a:p>
                      <a:pPr>
                        <a:lnSpc>
                          <a:spcPct val="90000"/>
                        </a:lnSpc>
                      </a:pPr>
                      <a:r>
                        <a:rPr lang="vi-VN" sz="2400"/>
                        <a:t>4. in ra tiền lời</a:t>
                      </a:r>
                      <a:endParaRPr lang="en-US" sz="2400"/>
                    </a:p>
                  </a:txBody>
                  <a:tcPr marL="0" marR="30480" marT="59055" marB="0">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just">
                        <a:lnSpc>
                          <a:spcPct val="90000"/>
                        </a:lnSpc>
                        <a:spcBef>
                          <a:spcPts val="0"/>
                        </a:spcBef>
                        <a:spcAft>
                          <a:spcPts val="0"/>
                        </a:spcAft>
                      </a:pPr>
                      <a:r>
                        <a:rPr lang="en-US" sz="2400">
                          <a:effectLst/>
                        </a:rPr>
                        <a:t>tiền lời</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30480" marT="59055" marB="0">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94436743"/>
                  </a:ext>
                </a:extLst>
              </a:tr>
            </a:tbl>
          </a:graphicData>
        </a:graphic>
      </p:graphicFrame>
    </p:spTree>
    <p:extLst>
      <p:ext uri="{BB962C8B-B14F-4D97-AF65-F5344CB8AC3E}">
        <p14:creationId xmlns:p14="http://schemas.microsoft.com/office/powerpoint/2010/main" val="497674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121E05F-3C48-43E5-8429-ECE4FFE7274A}"/>
              </a:ext>
            </a:extLst>
          </p:cNvPr>
          <p:cNvSpPr>
            <a:spLocks noGrp="1"/>
          </p:cNvSpPr>
          <p:nvPr>
            <p:ph type="ftr" sz="quarter" idx="11"/>
          </p:nvPr>
        </p:nvSpPr>
        <p:spPr/>
        <p:txBody>
          <a:bodyPr/>
          <a:lstStyle/>
          <a:p>
            <a:r>
              <a:rPr lang="vi-VN"/>
              <a:t>Cơ sở lập trình - Giới thiệu về lập trình</a:t>
            </a:r>
            <a:endParaRPr lang="en-US"/>
          </a:p>
        </p:txBody>
      </p:sp>
      <p:sp>
        <p:nvSpPr>
          <p:cNvPr id="5" name="Slide Number Placeholder 4">
            <a:extLst>
              <a:ext uri="{FF2B5EF4-FFF2-40B4-BE49-F238E27FC236}">
                <a16:creationId xmlns:a16="http://schemas.microsoft.com/office/drawing/2014/main" id="{A626E9A3-5565-4498-863D-8E06938D5B45}"/>
              </a:ext>
            </a:extLst>
          </p:cNvPr>
          <p:cNvSpPr>
            <a:spLocks noGrp="1"/>
          </p:cNvSpPr>
          <p:nvPr>
            <p:ph type="sldNum" sz="quarter" idx="12"/>
          </p:nvPr>
        </p:nvSpPr>
        <p:spPr/>
        <p:txBody>
          <a:bodyPr/>
          <a:lstStyle/>
          <a:p>
            <a:fld id="{45CA964B-B8B5-4404-ADB9-CBB2121E234F}" type="slidenum">
              <a:rPr lang="en-US" smtClean="0"/>
              <a:t>21</a:t>
            </a:fld>
            <a:endParaRPr lang="en-US"/>
          </a:p>
        </p:txBody>
      </p:sp>
      <p:sp>
        <p:nvSpPr>
          <p:cNvPr id="6" name="Content Placeholder 5">
            <a:extLst>
              <a:ext uri="{FF2B5EF4-FFF2-40B4-BE49-F238E27FC236}">
                <a16:creationId xmlns:a16="http://schemas.microsoft.com/office/drawing/2014/main" id="{E450F4D4-A0A9-4736-8159-1EB06A406085}"/>
              </a:ext>
            </a:extLst>
          </p:cNvPr>
          <p:cNvSpPr>
            <a:spLocks noGrp="1"/>
          </p:cNvSpPr>
          <p:nvPr>
            <p:ph idx="1"/>
          </p:nvPr>
        </p:nvSpPr>
        <p:spPr/>
        <p:txBody>
          <a:bodyPr anchor="t">
            <a:normAutofit/>
          </a:bodyPr>
          <a:lstStyle/>
          <a:p>
            <a:pPr algn="just">
              <a:lnSpc>
                <a:spcPct val="100000"/>
              </a:lnSpc>
            </a:pPr>
            <a:r>
              <a:rPr lang="en-US"/>
              <a:t>Hãy viết thuật giải cho vấn đề sau đây:</a:t>
            </a:r>
          </a:p>
          <a:p>
            <a:pPr lvl="1" algn="just">
              <a:lnSpc>
                <a:spcPct val="100000"/>
              </a:lnSpc>
            </a:pPr>
            <a:r>
              <a:rPr lang="vi-VN" b="1"/>
              <a:t>Mô tả vấn đề</a:t>
            </a:r>
            <a:r>
              <a:rPr lang="vi-VN"/>
              <a:t>: Một cửa hàng bánh bán hai loại: bánh bông lan và bánh su, giá bán bằng nhau. Người quản lý cửa hàng cần có một chương trình tính tổng số bánh (bông lan và bánh su) khách hàng mua và tổng số tiền khách hàng phải trả.</a:t>
            </a:r>
          </a:p>
          <a:p>
            <a:pPr lvl="1" algn="just">
              <a:lnSpc>
                <a:spcPct val="100000"/>
              </a:lnSpc>
            </a:pPr>
            <a:r>
              <a:rPr lang="vi-VN"/>
              <a:t>Mô tả lưu đồ IPO.</a:t>
            </a:r>
          </a:p>
          <a:p>
            <a:pPr lvl="1" algn="just">
              <a:lnSpc>
                <a:spcPct val="100000"/>
              </a:lnSpc>
            </a:pPr>
            <a:r>
              <a:rPr lang="vi-VN"/>
              <a:t>Kiểm tra với dữ liệu nhập là 4, 2, 0.5 và 12, 0 và 0.45.</a:t>
            </a:r>
          </a:p>
        </p:txBody>
      </p:sp>
    </p:spTree>
    <p:extLst>
      <p:ext uri="{BB962C8B-B14F-4D97-AF65-F5344CB8AC3E}">
        <p14:creationId xmlns:p14="http://schemas.microsoft.com/office/powerpoint/2010/main" val="37587420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EE730-5E7D-4F3E-B2D5-A4704192C58E}"/>
              </a:ext>
            </a:extLst>
          </p:cNvPr>
          <p:cNvSpPr>
            <a:spLocks noGrp="1"/>
          </p:cNvSpPr>
          <p:nvPr>
            <p:ph type="title"/>
          </p:nvPr>
        </p:nvSpPr>
        <p:spPr/>
        <p:txBody>
          <a:bodyPr/>
          <a:lstStyle/>
          <a:p>
            <a:r>
              <a:rPr lang="en-US"/>
              <a:t>Nội dung</a:t>
            </a:r>
          </a:p>
        </p:txBody>
      </p:sp>
      <p:sp>
        <p:nvSpPr>
          <p:cNvPr id="6" name="Content Placeholder 5">
            <a:extLst>
              <a:ext uri="{FF2B5EF4-FFF2-40B4-BE49-F238E27FC236}">
                <a16:creationId xmlns:a16="http://schemas.microsoft.com/office/drawing/2014/main" id="{E4969F6F-85F7-41BC-917B-662067F0EC4B}"/>
              </a:ext>
            </a:extLst>
          </p:cNvPr>
          <p:cNvSpPr>
            <a:spLocks noGrp="1"/>
          </p:cNvSpPr>
          <p:nvPr>
            <p:ph idx="1"/>
          </p:nvPr>
        </p:nvSpPr>
        <p:spPr/>
        <p:txBody>
          <a:bodyPr/>
          <a:lstStyle/>
          <a:p>
            <a:r>
              <a:rPr lang="vi-VN">
                <a:solidFill>
                  <a:schemeClr val="bg1">
                    <a:lumMod val="50000"/>
                  </a:schemeClr>
                </a:solidFill>
              </a:rPr>
              <a:t>Lập trình là gì?</a:t>
            </a:r>
          </a:p>
          <a:p>
            <a:r>
              <a:rPr lang="vi-VN">
                <a:solidFill>
                  <a:schemeClr val="bg1">
                    <a:lumMod val="50000"/>
                  </a:schemeClr>
                </a:solidFill>
              </a:rPr>
              <a:t>Quy trình phát triển một chương trình</a:t>
            </a:r>
          </a:p>
          <a:p>
            <a:r>
              <a:rPr lang="vi-VN">
                <a:solidFill>
                  <a:schemeClr val="tx1">
                    <a:lumMod val="95000"/>
                    <a:lumOff val="5000"/>
                  </a:schemeClr>
                </a:solidFill>
              </a:rPr>
              <a:t>Lịch sử của ngôn ngữ lập trình</a:t>
            </a:r>
          </a:p>
          <a:p>
            <a:r>
              <a:rPr lang="vi-VN">
                <a:solidFill>
                  <a:schemeClr val="bg1">
                    <a:lumMod val="50000"/>
                  </a:schemeClr>
                </a:solidFill>
              </a:rPr>
              <a:t>Ngôn ngữ lập trình C++</a:t>
            </a:r>
          </a:p>
        </p:txBody>
      </p:sp>
      <p:sp>
        <p:nvSpPr>
          <p:cNvPr id="3" name="Footer Placeholder 2">
            <a:extLst>
              <a:ext uri="{FF2B5EF4-FFF2-40B4-BE49-F238E27FC236}">
                <a16:creationId xmlns:a16="http://schemas.microsoft.com/office/drawing/2014/main" id="{5421A25A-DC0C-494A-9B7A-AC690DFB6137}"/>
              </a:ext>
            </a:extLst>
          </p:cNvPr>
          <p:cNvSpPr>
            <a:spLocks noGrp="1"/>
          </p:cNvSpPr>
          <p:nvPr>
            <p:ph type="ftr" sz="quarter" idx="11"/>
          </p:nvPr>
        </p:nvSpPr>
        <p:spPr/>
        <p:txBody>
          <a:bodyPr/>
          <a:lstStyle/>
          <a:p>
            <a:r>
              <a:rPr lang="vi-VN"/>
              <a:t>Cơ sở lập trình - Giới thiệu về lập trình</a:t>
            </a:r>
            <a:endParaRPr lang="en-US"/>
          </a:p>
        </p:txBody>
      </p:sp>
      <p:sp>
        <p:nvSpPr>
          <p:cNvPr id="4" name="Slide Number Placeholder 3">
            <a:extLst>
              <a:ext uri="{FF2B5EF4-FFF2-40B4-BE49-F238E27FC236}">
                <a16:creationId xmlns:a16="http://schemas.microsoft.com/office/drawing/2014/main" id="{CED90143-ACC9-4004-91AB-89A45C5AF581}"/>
              </a:ext>
            </a:extLst>
          </p:cNvPr>
          <p:cNvSpPr>
            <a:spLocks noGrp="1"/>
          </p:cNvSpPr>
          <p:nvPr>
            <p:ph type="sldNum" sz="quarter" idx="12"/>
          </p:nvPr>
        </p:nvSpPr>
        <p:spPr/>
        <p:txBody>
          <a:bodyPr/>
          <a:lstStyle/>
          <a:p>
            <a:fld id="{45CA964B-B8B5-4404-ADB9-CBB2121E234F}" type="slidenum">
              <a:rPr lang="en-US" smtClean="0"/>
              <a:t>22</a:t>
            </a:fld>
            <a:endParaRPr lang="en-US"/>
          </a:p>
        </p:txBody>
      </p:sp>
    </p:spTree>
    <p:extLst>
      <p:ext uri="{BB962C8B-B14F-4D97-AF65-F5344CB8AC3E}">
        <p14:creationId xmlns:p14="http://schemas.microsoft.com/office/powerpoint/2010/main" val="35798578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D13555D-11D9-4DEC-AB70-62BA3475C2EB}"/>
              </a:ext>
            </a:extLst>
          </p:cNvPr>
          <p:cNvSpPr>
            <a:spLocks noGrp="1"/>
          </p:cNvSpPr>
          <p:nvPr>
            <p:ph type="title"/>
          </p:nvPr>
        </p:nvSpPr>
        <p:spPr/>
        <p:txBody>
          <a:bodyPr/>
          <a:lstStyle/>
          <a:p>
            <a:r>
              <a:rPr lang="en-US"/>
              <a:t>Lịch sử của ngôn ngữ lập trình</a:t>
            </a:r>
          </a:p>
        </p:txBody>
      </p:sp>
      <p:sp>
        <p:nvSpPr>
          <p:cNvPr id="7" name="Content Placeholder 6">
            <a:extLst>
              <a:ext uri="{FF2B5EF4-FFF2-40B4-BE49-F238E27FC236}">
                <a16:creationId xmlns:a16="http://schemas.microsoft.com/office/drawing/2014/main" id="{0504C879-8CA8-43B7-9100-032F6BFB6B24}"/>
              </a:ext>
            </a:extLst>
          </p:cNvPr>
          <p:cNvSpPr>
            <a:spLocks noGrp="1"/>
          </p:cNvSpPr>
          <p:nvPr>
            <p:ph idx="1"/>
          </p:nvPr>
        </p:nvSpPr>
        <p:spPr/>
        <p:txBody>
          <a:bodyPr>
            <a:normAutofit/>
          </a:bodyPr>
          <a:lstStyle/>
          <a:p>
            <a:r>
              <a:rPr lang="en-US"/>
              <a:t> </a:t>
            </a:r>
            <a:r>
              <a:rPr lang="en-US">
                <a:solidFill>
                  <a:srgbClr val="0000FF"/>
                </a:solidFill>
              </a:rPr>
              <a:t>Ngôn ngữ máy </a:t>
            </a:r>
            <a:r>
              <a:rPr lang="en-US"/>
              <a:t>(machine language/machine code)</a:t>
            </a:r>
          </a:p>
          <a:p>
            <a:pPr lvl="4"/>
            <a:r>
              <a:rPr lang="en-US"/>
              <a:t>+1300042774</a:t>
            </a:r>
          </a:p>
          <a:p>
            <a:pPr lvl="4"/>
            <a:r>
              <a:rPr lang="en-US"/>
              <a:t>+1400593419</a:t>
            </a:r>
          </a:p>
          <a:p>
            <a:pPr lvl="4"/>
            <a:r>
              <a:rPr lang="en-US"/>
              <a:t>+1200274027</a:t>
            </a:r>
          </a:p>
          <a:p>
            <a:r>
              <a:rPr lang="en-US">
                <a:solidFill>
                  <a:srgbClr val="0000FF"/>
                </a:solidFill>
              </a:rPr>
              <a:t>Ngôn ngữ assembly</a:t>
            </a:r>
            <a:r>
              <a:rPr lang="en-US"/>
              <a:t> (assembly language) </a:t>
            </a:r>
          </a:p>
          <a:p>
            <a:pPr lvl="4"/>
            <a:r>
              <a:rPr lang="en-US"/>
              <a:t>load basepay </a:t>
            </a:r>
          </a:p>
          <a:p>
            <a:pPr lvl="4"/>
            <a:r>
              <a:rPr lang="en-US"/>
              <a:t>add overpay </a:t>
            </a:r>
          </a:p>
          <a:p>
            <a:pPr lvl="4"/>
            <a:r>
              <a:rPr lang="en-US"/>
              <a:t>store grosspay</a:t>
            </a:r>
          </a:p>
          <a:p>
            <a:r>
              <a:rPr lang="en-US">
                <a:solidFill>
                  <a:srgbClr val="0000FF"/>
                </a:solidFill>
              </a:rPr>
              <a:t>Ngôn ngữ cấp cao</a:t>
            </a:r>
            <a:r>
              <a:rPr lang="en-US"/>
              <a:t> (high-level language) </a:t>
            </a:r>
          </a:p>
          <a:p>
            <a:pPr lvl="4"/>
            <a:r>
              <a:rPr lang="en-US">
                <a:latin typeface="Consolas" panose="020B0609020204030204" pitchFamily="49" charset="0"/>
              </a:rPr>
              <a:t>gross_pay = base_pay + overtime_pay</a:t>
            </a:r>
          </a:p>
          <a:p>
            <a:pPr lvl="1"/>
            <a:r>
              <a:rPr lang="en-US"/>
              <a:t>COBOL (Common Common Business-Oriented Language), BASIC (Beginner's All-Purpose Symbolic), C...</a:t>
            </a:r>
          </a:p>
          <a:p>
            <a:pPr lvl="1"/>
            <a:r>
              <a:rPr lang="en-US"/>
              <a:t>C++, C#, Java, Python, Ruby, Perl...</a:t>
            </a:r>
          </a:p>
          <a:p>
            <a:endParaRPr lang="en-US"/>
          </a:p>
        </p:txBody>
      </p:sp>
      <p:sp>
        <p:nvSpPr>
          <p:cNvPr id="3" name="Footer Placeholder 2">
            <a:extLst>
              <a:ext uri="{FF2B5EF4-FFF2-40B4-BE49-F238E27FC236}">
                <a16:creationId xmlns:a16="http://schemas.microsoft.com/office/drawing/2014/main" id="{1A0EE585-164B-4B2D-88F1-73171CF4D0FA}"/>
              </a:ext>
            </a:extLst>
          </p:cNvPr>
          <p:cNvSpPr>
            <a:spLocks noGrp="1"/>
          </p:cNvSpPr>
          <p:nvPr>
            <p:ph type="ftr" sz="quarter" idx="11"/>
          </p:nvPr>
        </p:nvSpPr>
        <p:spPr/>
        <p:txBody>
          <a:bodyPr/>
          <a:lstStyle/>
          <a:p>
            <a:r>
              <a:rPr lang="vi-VN"/>
              <a:t>Cơ sở lập trình - Giới thiệu về lập trình</a:t>
            </a:r>
            <a:endParaRPr lang="en-US"/>
          </a:p>
        </p:txBody>
      </p:sp>
      <p:sp>
        <p:nvSpPr>
          <p:cNvPr id="5" name="Slide Number Placeholder 4">
            <a:extLst>
              <a:ext uri="{FF2B5EF4-FFF2-40B4-BE49-F238E27FC236}">
                <a16:creationId xmlns:a16="http://schemas.microsoft.com/office/drawing/2014/main" id="{70901A51-C42E-475D-9547-DCB210773516}"/>
              </a:ext>
            </a:extLst>
          </p:cNvPr>
          <p:cNvSpPr>
            <a:spLocks noGrp="1"/>
          </p:cNvSpPr>
          <p:nvPr>
            <p:ph type="sldNum" sz="quarter" idx="12"/>
          </p:nvPr>
        </p:nvSpPr>
        <p:spPr/>
        <p:txBody>
          <a:bodyPr/>
          <a:lstStyle/>
          <a:p>
            <a:fld id="{45CA964B-B8B5-4404-ADB9-CBB2121E234F}" type="slidenum">
              <a:rPr lang="en-US" smtClean="0"/>
              <a:t>23</a:t>
            </a:fld>
            <a:endParaRPr lang="en-US"/>
          </a:p>
        </p:txBody>
      </p:sp>
    </p:spTree>
    <p:extLst>
      <p:ext uri="{BB962C8B-B14F-4D97-AF65-F5344CB8AC3E}">
        <p14:creationId xmlns:p14="http://schemas.microsoft.com/office/powerpoint/2010/main" val="14316576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A06E2-9587-491C-BCE1-AB9E56B35979}"/>
              </a:ext>
            </a:extLst>
          </p:cNvPr>
          <p:cNvSpPr>
            <a:spLocks noGrp="1"/>
          </p:cNvSpPr>
          <p:nvPr>
            <p:ph type="title"/>
          </p:nvPr>
        </p:nvSpPr>
        <p:spPr/>
        <p:txBody>
          <a:bodyPr>
            <a:normAutofit fontScale="90000"/>
          </a:bodyPr>
          <a:lstStyle/>
          <a:p>
            <a:r>
              <a:rPr lang="vi-VN"/>
              <a:t>Các thành phần cơ bản của một ngôn ngữ lập trình</a:t>
            </a:r>
            <a:endParaRPr lang="en-US"/>
          </a:p>
        </p:txBody>
      </p:sp>
      <p:sp>
        <p:nvSpPr>
          <p:cNvPr id="4" name="Content Placeholder 3">
            <a:extLst>
              <a:ext uri="{FF2B5EF4-FFF2-40B4-BE49-F238E27FC236}">
                <a16:creationId xmlns:a16="http://schemas.microsoft.com/office/drawing/2014/main" id="{4F65AE6E-DE56-4EC7-98F0-2749B9166557}"/>
              </a:ext>
            </a:extLst>
          </p:cNvPr>
          <p:cNvSpPr>
            <a:spLocks noGrp="1"/>
          </p:cNvSpPr>
          <p:nvPr>
            <p:ph idx="1"/>
          </p:nvPr>
        </p:nvSpPr>
        <p:spPr/>
        <p:txBody>
          <a:bodyPr>
            <a:normAutofit/>
          </a:bodyPr>
          <a:lstStyle/>
          <a:p>
            <a:pPr algn="just">
              <a:lnSpc>
                <a:spcPct val="100000"/>
              </a:lnSpc>
            </a:pPr>
            <a:r>
              <a:rPr lang="vi-VN">
                <a:solidFill>
                  <a:srgbClr val="0000FF"/>
                </a:solidFill>
              </a:rPr>
              <a:t>Biến</a:t>
            </a:r>
            <a:r>
              <a:rPr lang="vi-VN"/>
              <a:t> (variables): là vùng nhớ dùng để lưu trữ một giá trị dữ liệu, mỗi biến có một tên.</a:t>
            </a:r>
          </a:p>
          <a:p>
            <a:pPr algn="just">
              <a:lnSpc>
                <a:spcPct val="100000"/>
              </a:lnSpc>
            </a:pPr>
            <a:r>
              <a:rPr lang="vi-VN">
                <a:solidFill>
                  <a:srgbClr val="0000FF"/>
                </a:solidFill>
              </a:rPr>
              <a:t>Cấu trúc điều khiển</a:t>
            </a:r>
            <a:r>
              <a:rPr lang="vi-VN"/>
              <a:t> (control structures/logic structures): điều khiển trật tự thực hiện các câu lệnh của chương trình (flow control).</a:t>
            </a:r>
          </a:p>
          <a:p>
            <a:pPr algn="just">
              <a:lnSpc>
                <a:spcPct val="100000"/>
              </a:lnSpc>
            </a:pPr>
            <a:r>
              <a:rPr lang="vi-VN">
                <a:solidFill>
                  <a:srgbClr val="0000FF"/>
                </a:solidFill>
              </a:rPr>
              <a:t>Cấu trúc dữ liệu</a:t>
            </a:r>
            <a:r>
              <a:rPr lang="vi-VN"/>
              <a:t> (data structures): cách tổ chức và lưu trữ dữ liệu trong máy tính để sử dụng dữ liệu có hiệu quả.</a:t>
            </a:r>
          </a:p>
          <a:p>
            <a:pPr algn="just">
              <a:lnSpc>
                <a:spcPct val="100000"/>
              </a:lnSpc>
            </a:pPr>
            <a:r>
              <a:rPr lang="vi-VN">
                <a:solidFill>
                  <a:srgbClr val="0000FF"/>
                </a:solidFill>
              </a:rPr>
              <a:t>Cú pháp </a:t>
            </a:r>
            <a:r>
              <a:rPr lang="vi-VN"/>
              <a:t>(syntax): tập hợp các quy tắc của một ngôn ngữ lập trình mà người lập trình cần phải tuân thủ.</a:t>
            </a:r>
            <a:endParaRPr lang="en-US"/>
          </a:p>
          <a:p>
            <a:pPr algn="just">
              <a:lnSpc>
                <a:spcPct val="100000"/>
              </a:lnSpc>
            </a:pPr>
            <a:r>
              <a:rPr lang="vi-VN">
                <a:solidFill>
                  <a:srgbClr val="0000FF"/>
                </a:solidFill>
              </a:rPr>
              <a:t>Công cụ</a:t>
            </a:r>
            <a:r>
              <a:rPr lang="vi-VN"/>
              <a:t> (tools): là môi trường giúp người lập trình phát triển chương trình (Integrated Development Environment - IDE).</a:t>
            </a:r>
          </a:p>
        </p:txBody>
      </p:sp>
      <p:sp>
        <p:nvSpPr>
          <p:cNvPr id="3" name="Footer Placeholder 2">
            <a:extLst>
              <a:ext uri="{FF2B5EF4-FFF2-40B4-BE49-F238E27FC236}">
                <a16:creationId xmlns:a16="http://schemas.microsoft.com/office/drawing/2014/main" id="{4E159424-8B5E-446D-ADDF-383AB5DC4070}"/>
              </a:ext>
            </a:extLst>
          </p:cNvPr>
          <p:cNvSpPr>
            <a:spLocks noGrp="1"/>
          </p:cNvSpPr>
          <p:nvPr>
            <p:ph type="ftr" sz="quarter" idx="11"/>
          </p:nvPr>
        </p:nvSpPr>
        <p:spPr/>
        <p:txBody>
          <a:bodyPr/>
          <a:lstStyle/>
          <a:p>
            <a:r>
              <a:rPr lang="vi-VN"/>
              <a:t>Cơ sở lập trình - Giới thiệu về lập trình</a:t>
            </a:r>
            <a:endParaRPr lang="en-US"/>
          </a:p>
        </p:txBody>
      </p:sp>
      <p:sp>
        <p:nvSpPr>
          <p:cNvPr id="5" name="Slide Number Placeholder 4">
            <a:extLst>
              <a:ext uri="{FF2B5EF4-FFF2-40B4-BE49-F238E27FC236}">
                <a16:creationId xmlns:a16="http://schemas.microsoft.com/office/drawing/2014/main" id="{C7B36E9D-1118-48C5-8190-B84021DBF808}"/>
              </a:ext>
            </a:extLst>
          </p:cNvPr>
          <p:cNvSpPr>
            <a:spLocks noGrp="1"/>
          </p:cNvSpPr>
          <p:nvPr>
            <p:ph type="sldNum" sz="quarter" idx="12"/>
          </p:nvPr>
        </p:nvSpPr>
        <p:spPr/>
        <p:txBody>
          <a:bodyPr/>
          <a:lstStyle/>
          <a:p>
            <a:fld id="{45CA964B-B8B5-4404-ADB9-CBB2121E234F}" type="slidenum">
              <a:rPr lang="en-US" smtClean="0"/>
              <a:t>24</a:t>
            </a:fld>
            <a:endParaRPr lang="en-US"/>
          </a:p>
        </p:txBody>
      </p:sp>
    </p:spTree>
    <p:extLst>
      <p:ext uri="{BB962C8B-B14F-4D97-AF65-F5344CB8AC3E}">
        <p14:creationId xmlns:p14="http://schemas.microsoft.com/office/powerpoint/2010/main" val="3776618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9B250-A2DA-4CF9-BE4F-601E8BF364A0}"/>
              </a:ext>
            </a:extLst>
          </p:cNvPr>
          <p:cNvSpPr>
            <a:spLocks noGrp="1"/>
          </p:cNvSpPr>
          <p:nvPr>
            <p:ph type="title"/>
          </p:nvPr>
        </p:nvSpPr>
        <p:spPr/>
        <p:txBody>
          <a:bodyPr/>
          <a:lstStyle/>
          <a:p>
            <a:r>
              <a:rPr lang="vi-VN"/>
              <a:t>Chương trình dịch</a:t>
            </a:r>
            <a:endParaRPr lang="en-US"/>
          </a:p>
        </p:txBody>
      </p:sp>
      <p:sp>
        <p:nvSpPr>
          <p:cNvPr id="4" name="Content Placeholder 3">
            <a:extLst>
              <a:ext uri="{FF2B5EF4-FFF2-40B4-BE49-F238E27FC236}">
                <a16:creationId xmlns:a16="http://schemas.microsoft.com/office/drawing/2014/main" id="{B6BD3AE5-DE8D-4CDA-87BB-90718F6F4326}"/>
              </a:ext>
            </a:extLst>
          </p:cNvPr>
          <p:cNvSpPr>
            <a:spLocks noGrp="1"/>
          </p:cNvSpPr>
          <p:nvPr>
            <p:ph idx="1"/>
          </p:nvPr>
        </p:nvSpPr>
        <p:spPr/>
        <p:txBody>
          <a:bodyPr/>
          <a:lstStyle/>
          <a:p>
            <a:pPr algn="just">
              <a:lnSpc>
                <a:spcPct val="100000"/>
              </a:lnSpc>
            </a:pPr>
            <a:r>
              <a:rPr lang="vi-VN">
                <a:solidFill>
                  <a:srgbClr val="0000FF"/>
                </a:solidFill>
              </a:rPr>
              <a:t>Chương trình nguồn</a:t>
            </a:r>
            <a:r>
              <a:rPr lang="vi-VN"/>
              <a:t> (source program) hay mã nguồn (source code) được viết bằng một ngôn ngữ lập trình cấp cao và được lưu trong một file (văn bản không định dạng - plain text).</a:t>
            </a:r>
            <a:endParaRPr lang="en-US"/>
          </a:p>
          <a:p>
            <a:pPr algn="just">
              <a:lnSpc>
                <a:spcPct val="100000"/>
              </a:lnSpc>
            </a:pPr>
            <a:r>
              <a:rPr lang="vi-VN">
                <a:solidFill>
                  <a:srgbClr val="0000FF"/>
                </a:solidFill>
              </a:rPr>
              <a:t>Chương trình dịch</a:t>
            </a:r>
            <a:r>
              <a:rPr lang="vi-VN"/>
              <a:t> sẽ chuyển chương trình nguồn sang mã máy (machine code) để máy tính thực thi.</a:t>
            </a:r>
          </a:p>
          <a:p>
            <a:pPr lvl="1" algn="just">
              <a:lnSpc>
                <a:spcPct val="100000"/>
              </a:lnSpc>
            </a:pPr>
            <a:r>
              <a:rPr lang="vi-VN">
                <a:solidFill>
                  <a:srgbClr val="0000FF"/>
                </a:solidFill>
              </a:rPr>
              <a:t>Biên dịch</a:t>
            </a:r>
            <a:r>
              <a:rPr lang="vi-VN"/>
              <a:t> (compiler): chương trình dịch đọc toàn bộ mã nguồn của một chương trình và chuyển tất cả sang mã máy, sau đó máy tính sẽ thực hiện mã máy.</a:t>
            </a:r>
          </a:p>
          <a:p>
            <a:pPr lvl="1" algn="just">
              <a:lnSpc>
                <a:spcPct val="100000"/>
              </a:lnSpc>
            </a:pPr>
            <a:r>
              <a:rPr lang="vi-VN">
                <a:solidFill>
                  <a:srgbClr val="0000FF"/>
                </a:solidFill>
              </a:rPr>
              <a:t>Thông dịch</a:t>
            </a:r>
            <a:r>
              <a:rPr lang="vi-VN"/>
              <a:t> (interpreter): chương trình dịch đọc mã nguồn và thực hiện từng dòng lệnh của mã nguồn đó.</a:t>
            </a:r>
          </a:p>
          <a:p>
            <a:pPr algn="just">
              <a:lnSpc>
                <a:spcPct val="100000"/>
              </a:lnSpc>
            </a:pPr>
            <a:endParaRPr lang="en-US"/>
          </a:p>
        </p:txBody>
      </p:sp>
      <p:sp>
        <p:nvSpPr>
          <p:cNvPr id="3" name="Footer Placeholder 2">
            <a:extLst>
              <a:ext uri="{FF2B5EF4-FFF2-40B4-BE49-F238E27FC236}">
                <a16:creationId xmlns:a16="http://schemas.microsoft.com/office/drawing/2014/main" id="{C6417826-6FEE-4CCE-AC3C-C2091B6CC673}"/>
              </a:ext>
            </a:extLst>
          </p:cNvPr>
          <p:cNvSpPr>
            <a:spLocks noGrp="1"/>
          </p:cNvSpPr>
          <p:nvPr>
            <p:ph type="ftr" sz="quarter" idx="11"/>
          </p:nvPr>
        </p:nvSpPr>
        <p:spPr/>
        <p:txBody>
          <a:bodyPr/>
          <a:lstStyle/>
          <a:p>
            <a:r>
              <a:rPr lang="vi-VN"/>
              <a:t>Cơ sở lập trình - Giới thiệu về lập trình</a:t>
            </a:r>
            <a:endParaRPr lang="en-US"/>
          </a:p>
        </p:txBody>
      </p:sp>
      <p:sp>
        <p:nvSpPr>
          <p:cNvPr id="5" name="Slide Number Placeholder 4">
            <a:extLst>
              <a:ext uri="{FF2B5EF4-FFF2-40B4-BE49-F238E27FC236}">
                <a16:creationId xmlns:a16="http://schemas.microsoft.com/office/drawing/2014/main" id="{AC884E1C-FFCA-4046-B415-03DB11B798E7}"/>
              </a:ext>
            </a:extLst>
          </p:cNvPr>
          <p:cNvSpPr>
            <a:spLocks noGrp="1"/>
          </p:cNvSpPr>
          <p:nvPr>
            <p:ph type="sldNum" sz="quarter" idx="12"/>
          </p:nvPr>
        </p:nvSpPr>
        <p:spPr/>
        <p:txBody>
          <a:bodyPr/>
          <a:lstStyle/>
          <a:p>
            <a:fld id="{45CA964B-B8B5-4404-ADB9-CBB2121E234F}" type="slidenum">
              <a:rPr lang="en-US" smtClean="0"/>
              <a:t>25</a:t>
            </a:fld>
            <a:endParaRPr lang="en-US"/>
          </a:p>
        </p:txBody>
      </p:sp>
    </p:spTree>
    <p:extLst>
      <p:ext uri="{BB962C8B-B14F-4D97-AF65-F5344CB8AC3E}">
        <p14:creationId xmlns:p14="http://schemas.microsoft.com/office/powerpoint/2010/main" val="40587281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AEE397B-1BB4-4FDD-B589-1CCE75FED5A7}"/>
              </a:ext>
            </a:extLst>
          </p:cNvPr>
          <p:cNvSpPr>
            <a:spLocks noGrp="1"/>
          </p:cNvSpPr>
          <p:nvPr>
            <p:ph type="ftr" sz="quarter" idx="11"/>
          </p:nvPr>
        </p:nvSpPr>
        <p:spPr/>
        <p:txBody>
          <a:bodyPr/>
          <a:lstStyle/>
          <a:p>
            <a:r>
              <a:rPr lang="vi-VN"/>
              <a:t>Cơ sở lập trình - Giới thiệu về lập trình</a:t>
            </a:r>
            <a:endParaRPr lang="en-US"/>
          </a:p>
        </p:txBody>
      </p:sp>
      <p:sp>
        <p:nvSpPr>
          <p:cNvPr id="5" name="Slide Number Placeholder 4">
            <a:extLst>
              <a:ext uri="{FF2B5EF4-FFF2-40B4-BE49-F238E27FC236}">
                <a16:creationId xmlns:a16="http://schemas.microsoft.com/office/drawing/2014/main" id="{376C06E1-DCD2-4F86-922F-C91C8B1510E7}"/>
              </a:ext>
            </a:extLst>
          </p:cNvPr>
          <p:cNvSpPr>
            <a:spLocks noGrp="1"/>
          </p:cNvSpPr>
          <p:nvPr>
            <p:ph type="sldNum" sz="quarter" idx="12"/>
          </p:nvPr>
        </p:nvSpPr>
        <p:spPr/>
        <p:txBody>
          <a:bodyPr/>
          <a:lstStyle/>
          <a:p>
            <a:fld id="{45CA964B-B8B5-4404-ADB9-CBB2121E234F}" type="slidenum">
              <a:rPr lang="en-US" smtClean="0"/>
              <a:t>26</a:t>
            </a:fld>
            <a:endParaRPr lang="en-US"/>
          </a:p>
        </p:txBody>
      </p:sp>
      <p:pic>
        <p:nvPicPr>
          <p:cNvPr id="8" name="Content Placeholder 7">
            <a:extLst>
              <a:ext uri="{FF2B5EF4-FFF2-40B4-BE49-F238E27FC236}">
                <a16:creationId xmlns:a16="http://schemas.microsoft.com/office/drawing/2014/main" id="{5A69B4A8-6069-4745-8C3B-C8DFF69D304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7987" y="1290404"/>
            <a:ext cx="8686800" cy="1598128"/>
          </a:xfrm>
        </p:spPr>
      </p:pic>
      <p:pic>
        <p:nvPicPr>
          <p:cNvPr id="10" name="Picture 9">
            <a:extLst>
              <a:ext uri="{FF2B5EF4-FFF2-40B4-BE49-F238E27FC236}">
                <a16:creationId xmlns:a16="http://schemas.microsoft.com/office/drawing/2014/main" id="{DE26B4F1-E601-47ED-9CB8-A768A4DF66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987" y="3708955"/>
            <a:ext cx="5413717" cy="1591194"/>
          </a:xfrm>
          <a:prstGeom prst="rect">
            <a:avLst/>
          </a:prstGeom>
        </p:spPr>
      </p:pic>
    </p:spTree>
    <p:extLst>
      <p:ext uri="{BB962C8B-B14F-4D97-AF65-F5344CB8AC3E}">
        <p14:creationId xmlns:p14="http://schemas.microsoft.com/office/powerpoint/2010/main" val="27256058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EE730-5E7D-4F3E-B2D5-A4704192C58E}"/>
              </a:ext>
            </a:extLst>
          </p:cNvPr>
          <p:cNvSpPr>
            <a:spLocks noGrp="1"/>
          </p:cNvSpPr>
          <p:nvPr>
            <p:ph type="title"/>
          </p:nvPr>
        </p:nvSpPr>
        <p:spPr/>
        <p:txBody>
          <a:bodyPr/>
          <a:lstStyle/>
          <a:p>
            <a:r>
              <a:rPr lang="en-US"/>
              <a:t>Nội dung</a:t>
            </a:r>
          </a:p>
        </p:txBody>
      </p:sp>
      <p:sp>
        <p:nvSpPr>
          <p:cNvPr id="6" name="Content Placeholder 5">
            <a:extLst>
              <a:ext uri="{FF2B5EF4-FFF2-40B4-BE49-F238E27FC236}">
                <a16:creationId xmlns:a16="http://schemas.microsoft.com/office/drawing/2014/main" id="{E4969F6F-85F7-41BC-917B-662067F0EC4B}"/>
              </a:ext>
            </a:extLst>
          </p:cNvPr>
          <p:cNvSpPr>
            <a:spLocks noGrp="1"/>
          </p:cNvSpPr>
          <p:nvPr>
            <p:ph idx="1"/>
          </p:nvPr>
        </p:nvSpPr>
        <p:spPr/>
        <p:txBody>
          <a:bodyPr/>
          <a:lstStyle/>
          <a:p>
            <a:r>
              <a:rPr lang="vi-VN">
                <a:solidFill>
                  <a:schemeClr val="bg1">
                    <a:lumMod val="50000"/>
                  </a:schemeClr>
                </a:solidFill>
              </a:rPr>
              <a:t>Lập trình là gì?</a:t>
            </a:r>
          </a:p>
          <a:p>
            <a:r>
              <a:rPr lang="vi-VN">
                <a:solidFill>
                  <a:schemeClr val="bg1">
                    <a:lumMod val="50000"/>
                  </a:schemeClr>
                </a:solidFill>
              </a:rPr>
              <a:t>Quy trình phát triển một chương trình</a:t>
            </a:r>
          </a:p>
          <a:p>
            <a:r>
              <a:rPr lang="vi-VN">
                <a:solidFill>
                  <a:schemeClr val="bg1">
                    <a:lumMod val="50000"/>
                  </a:schemeClr>
                </a:solidFill>
              </a:rPr>
              <a:t>Lịch sử của ngôn ngữ lập trình</a:t>
            </a:r>
          </a:p>
          <a:p>
            <a:r>
              <a:rPr lang="vi-VN">
                <a:solidFill>
                  <a:schemeClr val="tx1">
                    <a:lumMod val="95000"/>
                    <a:lumOff val="5000"/>
                  </a:schemeClr>
                </a:solidFill>
              </a:rPr>
              <a:t>Ngôn ngữ lập trình C++</a:t>
            </a:r>
            <a:endParaRPr lang="en-US">
              <a:solidFill>
                <a:schemeClr val="tx1">
                  <a:lumMod val="95000"/>
                  <a:lumOff val="5000"/>
                </a:schemeClr>
              </a:solidFill>
            </a:endParaRPr>
          </a:p>
          <a:p>
            <a:pPr lvl="1"/>
            <a:r>
              <a:rPr lang="en-US">
                <a:solidFill>
                  <a:schemeClr val="tx1">
                    <a:lumMod val="95000"/>
                    <a:lumOff val="5000"/>
                  </a:schemeClr>
                </a:solidFill>
              </a:rPr>
              <a:t>Các thành phần c</a:t>
            </a:r>
            <a:r>
              <a:rPr lang="vi-VN">
                <a:solidFill>
                  <a:schemeClr val="tx1">
                    <a:lumMod val="95000"/>
                    <a:lumOff val="5000"/>
                  </a:schemeClr>
                </a:solidFill>
              </a:rPr>
              <a:t>ơ</a:t>
            </a:r>
            <a:r>
              <a:rPr lang="en-US">
                <a:solidFill>
                  <a:schemeClr val="tx1">
                    <a:lumMod val="95000"/>
                    <a:lumOff val="5000"/>
                  </a:schemeClr>
                </a:solidFill>
              </a:rPr>
              <a:t> bản của ch</a:t>
            </a:r>
            <a:r>
              <a:rPr lang="vi-VN">
                <a:solidFill>
                  <a:schemeClr val="tx1">
                    <a:lumMod val="95000"/>
                    <a:lumOff val="5000"/>
                  </a:schemeClr>
                </a:solidFill>
              </a:rPr>
              <a:t>ư</a:t>
            </a:r>
            <a:r>
              <a:rPr lang="en-US">
                <a:solidFill>
                  <a:schemeClr val="tx1">
                    <a:lumMod val="95000"/>
                    <a:lumOff val="5000"/>
                  </a:schemeClr>
                </a:solidFill>
              </a:rPr>
              <a:t>ơng trình C++</a:t>
            </a:r>
          </a:p>
          <a:p>
            <a:pPr lvl="1"/>
            <a:r>
              <a:rPr lang="en-US">
                <a:solidFill>
                  <a:schemeClr val="tx1">
                    <a:lumMod val="95000"/>
                    <a:lumOff val="5000"/>
                  </a:schemeClr>
                </a:solidFill>
              </a:rPr>
              <a:t>Tạo và thực thi một ch</a:t>
            </a:r>
            <a:r>
              <a:rPr lang="vi-VN">
                <a:solidFill>
                  <a:schemeClr val="tx1">
                    <a:lumMod val="95000"/>
                    <a:lumOff val="5000"/>
                  </a:schemeClr>
                </a:solidFill>
              </a:rPr>
              <a:t>ư</a:t>
            </a:r>
            <a:r>
              <a:rPr lang="en-US">
                <a:solidFill>
                  <a:schemeClr val="tx1">
                    <a:lumMod val="95000"/>
                    <a:lumOff val="5000"/>
                  </a:schemeClr>
                </a:solidFill>
              </a:rPr>
              <a:t>ơng trình C++</a:t>
            </a:r>
          </a:p>
          <a:p>
            <a:pPr lvl="1"/>
            <a:r>
              <a:rPr lang="en-US">
                <a:solidFill>
                  <a:schemeClr val="tx1">
                    <a:lumMod val="95000"/>
                    <a:lumOff val="5000"/>
                  </a:schemeClr>
                </a:solidFill>
              </a:rPr>
              <a:t>Lỗi (error)</a:t>
            </a:r>
            <a:endParaRPr lang="vi-VN">
              <a:solidFill>
                <a:schemeClr val="tx1">
                  <a:lumMod val="95000"/>
                  <a:lumOff val="5000"/>
                </a:schemeClr>
              </a:solidFill>
            </a:endParaRPr>
          </a:p>
        </p:txBody>
      </p:sp>
      <p:sp>
        <p:nvSpPr>
          <p:cNvPr id="3" name="Footer Placeholder 2">
            <a:extLst>
              <a:ext uri="{FF2B5EF4-FFF2-40B4-BE49-F238E27FC236}">
                <a16:creationId xmlns:a16="http://schemas.microsoft.com/office/drawing/2014/main" id="{5421A25A-DC0C-494A-9B7A-AC690DFB6137}"/>
              </a:ext>
            </a:extLst>
          </p:cNvPr>
          <p:cNvSpPr>
            <a:spLocks noGrp="1"/>
          </p:cNvSpPr>
          <p:nvPr>
            <p:ph type="ftr" sz="quarter" idx="11"/>
          </p:nvPr>
        </p:nvSpPr>
        <p:spPr/>
        <p:txBody>
          <a:bodyPr/>
          <a:lstStyle/>
          <a:p>
            <a:r>
              <a:rPr lang="vi-VN"/>
              <a:t>Cơ sở lập trình - Giới thiệu về lập trình</a:t>
            </a:r>
            <a:endParaRPr lang="en-US"/>
          </a:p>
        </p:txBody>
      </p:sp>
      <p:sp>
        <p:nvSpPr>
          <p:cNvPr id="4" name="Slide Number Placeholder 3">
            <a:extLst>
              <a:ext uri="{FF2B5EF4-FFF2-40B4-BE49-F238E27FC236}">
                <a16:creationId xmlns:a16="http://schemas.microsoft.com/office/drawing/2014/main" id="{CED90143-ACC9-4004-91AB-89A45C5AF581}"/>
              </a:ext>
            </a:extLst>
          </p:cNvPr>
          <p:cNvSpPr>
            <a:spLocks noGrp="1"/>
          </p:cNvSpPr>
          <p:nvPr>
            <p:ph type="sldNum" sz="quarter" idx="12"/>
          </p:nvPr>
        </p:nvSpPr>
        <p:spPr/>
        <p:txBody>
          <a:bodyPr/>
          <a:lstStyle/>
          <a:p>
            <a:fld id="{45CA964B-B8B5-4404-ADB9-CBB2121E234F}" type="slidenum">
              <a:rPr lang="en-US" smtClean="0"/>
              <a:t>27</a:t>
            </a:fld>
            <a:endParaRPr lang="en-US"/>
          </a:p>
        </p:txBody>
      </p:sp>
    </p:spTree>
    <p:extLst>
      <p:ext uri="{BB962C8B-B14F-4D97-AF65-F5344CB8AC3E}">
        <p14:creationId xmlns:p14="http://schemas.microsoft.com/office/powerpoint/2010/main" val="39891565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2C773F5-247E-433E-8CD7-3ED56521F2B3}"/>
              </a:ext>
            </a:extLst>
          </p:cNvPr>
          <p:cNvSpPr>
            <a:spLocks noGrp="1"/>
          </p:cNvSpPr>
          <p:nvPr>
            <p:ph type="title"/>
          </p:nvPr>
        </p:nvSpPr>
        <p:spPr/>
        <p:txBody>
          <a:bodyPr/>
          <a:lstStyle/>
          <a:p>
            <a:r>
              <a:rPr lang="en-US"/>
              <a:t>Lịch sử ra đời</a:t>
            </a:r>
          </a:p>
        </p:txBody>
      </p:sp>
      <p:sp>
        <p:nvSpPr>
          <p:cNvPr id="7" name="Content Placeholder 6">
            <a:extLst>
              <a:ext uri="{FF2B5EF4-FFF2-40B4-BE49-F238E27FC236}">
                <a16:creationId xmlns:a16="http://schemas.microsoft.com/office/drawing/2014/main" id="{D95FC5D4-1253-4421-80FD-36BE510D37C8}"/>
              </a:ext>
            </a:extLst>
          </p:cNvPr>
          <p:cNvSpPr>
            <a:spLocks noGrp="1"/>
          </p:cNvSpPr>
          <p:nvPr>
            <p:ph idx="1"/>
          </p:nvPr>
        </p:nvSpPr>
        <p:spPr/>
        <p:txBody>
          <a:bodyPr/>
          <a:lstStyle/>
          <a:p>
            <a:pPr>
              <a:lnSpc>
                <a:spcPct val="100000"/>
              </a:lnSpc>
            </a:pPr>
            <a:r>
              <a:rPr lang="vi-VN"/>
              <a:t>C++ do Bjarne Sroustrup phát minh năm 1979 </a:t>
            </a:r>
            <a:br>
              <a:rPr lang="en-US"/>
            </a:br>
            <a:r>
              <a:rPr lang="vi-VN"/>
              <a:t>tại AT&amp;T Bell Laboratories, dựa trên C.</a:t>
            </a:r>
          </a:p>
          <a:p>
            <a:pPr>
              <a:lnSpc>
                <a:spcPct val="100000"/>
              </a:lnSpc>
            </a:pPr>
            <a:endParaRPr lang="en-US"/>
          </a:p>
          <a:p>
            <a:pPr>
              <a:lnSpc>
                <a:spcPct val="100000"/>
              </a:lnSpc>
            </a:pPr>
            <a:r>
              <a:rPr lang="vi-VN"/>
              <a:t>C++ là một ngôn ngữ lập trình:</a:t>
            </a:r>
          </a:p>
          <a:p>
            <a:pPr lvl="1">
              <a:lnSpc>
                <a:spcPct val="100000"/>
              </a:lnSpc>
            </a:pPr>
            <a:r>
              <a:rPr lang="vi-VN"/>
              <a:t>hỗ trợ trừu tượng hóa dữ liệu (data abstraction), </a:t>
            </a:r>
            <a:endParaRPr lang="en-US"/>
          </a:p>
          <a:p>
            <a:pPr lvl="1">
              <a:lnSpc>
                <a:spcPct val="100000"/>
              </a:lnSpc>
            </a:pPr>
            <a:r>
              <a:rPr lang="vi-VN"/>
              <a:t>hỗ trợ lập trình hướng đối tượng (object-oriented programming), </a:t>
            </a:r>
            <a:endParaRPr lang="en-US"/>
          </a:p>
          <a:p>
            <a:pPr lvl="1">
              <a:lnSpc>
                <a:spcPct val="100000"/>
              </a:lnSpc>
            </a:pPr>
            <a:r>
              <a:rPr lang="vi-VN"/>
              <a:t>hỗ trợ lập trình tổng quát (generic programming).</a:t>
            </a:r>
          </a:p>
          <a:p>
            <a:pPr>
              <a:lnSpc>
                <a:spcPct val="100000"/>
              </a:lnSpc>
            </a:pPr>
            <a:endParaRPr lang="en-US"/>
          </a:p>
        </p:txBody>
      </p:sp>
      <p:sp>
        <p:nvSpPr>
          <p:cNvPr id="3" name="Footer Placeholder 2">
            <a:extLst>
              <a:ext uri="{FF2B5EF4-FFF2-40B4-BE49-F238E27FC236}">
                <a16:creationId xmlns:a16="http://schemas.microsoft.com/office/drawing/2014/main" id="{E69FA092-2F85-452B-8A4F-E0D58FC8951C}"/>
              </a:ext>
            </a:extLst>
          </p:cNvPr>
          <p:cNvSpPr>
            <a:spLocks noGrp="1"/>
          </p:cNvSpPr>
          <p:nvPr>
            <p:ph type="ftr" sz="quarter" idx="11"/>
          </p:nvPr>
        </p:nvSpPr>
        <p:spPr/>
        <p:txBody>
          <a:bodyPr/>
          <a:lstStyle/>
          <a:p>
            <a:r>
              <a:rPr lang="vi-VN"/>
              <a:t>Cơ sở lập trình - Giới thiệu về lập trình</a:t>
            </a:r>
            <a:endParaRPr lang="en-US"/>
          </a:p>
        </p:txBody>
      </p:sp>
      <p:sp>
        <p:nvSpPr>
          <p:cNvPr id="5" name="Slide Number Placeholder 4">
            <a:extLst>
              <a:ext uri="{FF2B5EF4-FFF2-40B4-BE49-F238E27FC236}">
                <a16:creationId xmlns:a16="http://schemas.microsoft.com/office/drawing/2014/main" id="{9BAB2D90-194B-4828-B2E7-E48A5990836E}"/>
              </a:ext>
            </a:extLst>
          </p:cNvPr>
          <p:cNvSpPr>
            <a:spLocks noGrp="1"/>
          </p:cNvSpPr>
          <p:nvPr>
            <p:ph type="sldNum" sz="quarter" idx="12"/>
          </p:nvPr>
        </p:nvSpPr>
        <p:spPr/>
        <p:txBody>
          <a:bodyPr/>
          <a:lstStyle/>
          <a:p>
            <a:fld id="{45CA964B-B8B5-4404-ADB9-CBB2121E234F}" type="slidenum">
              <a:rPr lang="en-US" smtClean="0"/>
              <a:t>28</a:t>
            </a:fld>
            <a:endParaRPr lang="en-US"/>
          </a:p>
        </p:txBody>
      </p:sp>
      <p:pic>
        <p:nvPicPr>
          <p:cNvPr id="9" name="Picture 8" descr="A person sitting in front of a computer&#10;&#10;Description generated with high confidence">
            <a:extLst>
              <a:ext uri="{FF2B5EF4-FFF2-40B4-BE49-F238E27FC236}">
                <a16:creationId xmlns:a16="http://schemas.microsoft.com/office/drawing/2014/main" id="{B5C499E2-D76D-47CE-97F9-D5FA840350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7867" y="1224221"/>
            <a:ext cx="2055882" cy="1497219"/>
          </a:xfrm>
          <a:prstGeom prst="rect">
            <a:avLst/>
          </a:prstGeom>
        </p:spPr>
      </p:pic>
    </p:spTree>
    <p:extLst>
      <p:ext uri="{BB962C8B-B14F-4D97-AF65-F5344CB8AC3E}">
        <p14:creationId xmlns:p14="http://schemas.microsoft.com/office/powerpoint/2010/main" val="4004852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122C8-3ECE-478C-A5B5-58F31EBEB560}"/>
              </a:ext>
            </a:extLst>
          </p:cNvPr>
          <p:cNvSpPr>
            <a:spLocks noGrp="1"/>
          </p:cNvSpPr>
          <p:nvPr>
            <p:ph type="title"/>
          </p:nvPr>
        </p:nvSpPr>
        <p:spPr/>
        <p:txBody>
          <a:bodyPr/>
          <a:lstStyle/>
          <a:p>
            <a:r>
              <a:rPr lang="en-US"/>
              <a:t>Ngôn ngữ lập trình C++</a:t>
            </a:r>
          </a:p>
        </p:txBody>
      </p:sp>
      <p:sp>
        <p:nvSpPr>
          <p:cNvPr id="4" name="Content Placeholder 3">
            <a:extLst>
              <a:ext uri="{FF2B5EF4-FFF2-40B4-BE49-F238E27FC236}">
                <a16:creationId xmlns:a16="http://schemas.microsoft.com/office/drawing/2014/main" id="{7059A2BD-0580-4E17-AEE3-CC4943BCF7D8}"/>
              </a:ext>
            </a:extLst>
          </p:cNvPr>
          <p:cNvSpPr>
            <a:spLocks noGrp="1"/>
          </p:cNvSpPr>
          <p:nvPr>
            <p:ph idx="1"/>
          </p:nvPr>
        </p:nvSpPr>
        <p:spPr/>
        <p:txBody>
          <a:bodyPr>
            <a:normAutofit/>
          </a:bodyPr>
          <a:lstStyle/>
          <a:p>
            <a:pPr algn="just"/>
            <a:r>
              <a:rPr lang="vi-VN"/>
              <a:t>C++ là ngôn ngữ biên dịch. Chương trình nguồn được trình biên dịch chuyển sang mã đối tượng (mã máy), sau đó liên kết với các mã đối tượng khác (thư viện) để tạo thành chương trình thực thi.</a:t>
            </a:r>
          </a:p>
          <a:p>
            <a:endParaRPr lang="en-US"/>
          </a:p>
          <a:p>
            <a:endParaRPr lang="en-US"/>
          </a:p>
          <a:p>
            <a:endParaRPr lang="en-US"/>
          </a:p>
          <a:p>
            <a:endParaRPr lang="en-US"/>
          </a:p>
          <a:p>
            <a:endParaRPr lang="en-US"/>
          </a:p>
          <a:p>
            <a:r>
              <a:rPr lang="en-US"/>
              <a:t>C++ là ngôn ngữ phân biệt ký tự hoa và thường (case sensitive).</a:t>
            </a:r>
          </a:p>
          <a:p>
            <a:pPr lvl="1"/>
            <a:r>
              <a:rPr lang="en-US">
                <a:latin typeface="Consolas" panose="020B0609020204030204" pitchFamily="49" charset="0"/>
              </a:rPr>
              <a:t>someName</a:t>
            </a:r>
            <a:r>
              <a:rPr lang="en-US"/>
              <a:t> khác với </a:t>
            </a:r>
            <a:r>
              <a:rPr lang="en-US">
                <a:latin typeface="Consolas" panose="020B0609020204030204" pitchFamily="49" charset="0"/>
              </a:rPr>
              <a:t>SomeName</a:t>
            </a:r>
            <a:endParaRPr lang="vi-VN">
              <a:latin typeface="Consolas" panose="020B0609020204030204" pitchFamily="49" charset="0"/>
            </a:endParaRPr>
          </a:p>
          <a:p>
            <a:endParaRPr lang="en-US"/>
          </a:p>
        </p:txBody>
      </p:sp>
      <p:sp>
        <p:nvSpPr>
          <p:cNvPr id="3" name="Footer Placeholder 2">
            <a:extLst>
              <a:ext uri="{FF2B5EF4-FFF2-40B4-BE49-F238E27FC236}">
                <a16:creationId xmlns:a16="http://schemas.microsoft.com/office/drawing/2014/main" id="{2E7B4650-8F20-4C35-B0C5-B38A443DECD1}"/>
              </a:ext>
            </a:extLst>
          </p:cNvPr>
          <p:cNvSpPr>
            <a:spLocks noGrp="1"/>
          </p:cNvSpPr>
          <p:nvPr>
            <p:ph type="ftr" sz="quarter" idx="11"/>
          </p:nvPr>
        </p:nvSpPr>
        <p:spPr/>
        <p:txBody>
          <a:bodyPr/>
          <a:lstStyle/>
          <a:p>
            <a:r>
              <a:rPr lang="vi-VN"/>
              <a:t>Cơ sở lập trình - Giới thiệu về lập trình</a:t>
            </a:r>
            <a:endParaRPr lang="en-US"/>
          </a:p>
        </p:txBody>
      </p:sp>
      <p:sp>
        <p:nvSpPr>
          <p:cNvPr id="5" name="Slide Number Placeholder 4">
            <a:extLst>
              <a:ext uri="{FF2B5EF4-FFF2-40B4-BE49-F238E27FC236}">
                <a16:creationId xmlns:a16="http://schemas.microsoft.com/office/drawing/2014/main" id="{FAFC41FE-8188-4A74-B78D-A67A12BDEA81}"/>
              </a:ext>
            </a:extLst>
          </p:cNvPr>
          <p:cNvSpPr>
            <a:spLocks noGrp="1"/>
          </p:cNvSpPr>
          <p:nvPr>
            <p:ph type="sldNum" sz="quarter" idx="12"/>
          </p:nvPr>
        </p:nvSpPr>
        <p:spPr/>
        <p:txBody>
          <a:bodyPr/>
          <a:lstStyle/>
          <a:p>
            <a:fld id="{45CA964B-B8B5-4404-ADB9-CBB2121E234F}" type="slidenum">
              <a:rPr lang="en-US" smtClean="0"/>
              <a:t>29</a:t>
            </a:fld>
            <a:endParaRPr lang="en-US"/>
          </a:p>
        </p:txBody>
      </p:sp>
      <p:pic>
        <p:nvPicPr>
          <p:cNvPr id="7" name="Picture 6">
            <a:extLst>
              <a:ext uri="{FF2B5EF4-FFF2-40B4-BE49-F238E27FC236}">
                <a16:creationId xmlns:a16="http://schemas.microsoft.com/office/drawing/2014/main" id="{1D7811B7-40D3-41F1-8056-3E0F62EECE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223" y="2738967"/>
            <a:ext cx="8687553" cy="1767993"/>
          </a:xfrm>
          <a:prstGeom prst="rect">
            <a:avLst/>
          </a:prstGeom>
        </p:spPr>
      </p:pic>
    </p:spTree>
    <p:extLst>
      <p:ext uri="{BB962C8B-B14F-4D97-AF65-F5344CB8AC3E}">
        <p14:creationId xmlns:p14="http://schemas.microsoft.com/office/powerpoint/2010/main" val="27818012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D98BF-3328-4FFF-8918-99B637A3E81D}"/>
              </a:ext>
            </a:extLst>
          </p:cNvPr>
          <p:cNvSpPr>
            <a:spLocks noGrp="1"/>
          </p:cNvSpPr>
          <p:nvPr>
            <p:ph type="title"/>
          </p:nvPr>
        </p:nvSpPr>
        <p:spPr/>
        <p:txBody>
          <a:bodyPr/>
          <a:lstStyle/>
          <a:p>
            <a:r>
              <a:rPr lang="en-US"/>
              <a:t>Các thành phần cơ bản của chương trình C++</a:t>
            </a:r>
          </a:p>
        </p:txBody>
      </p:sp>
      <p:sp>
        <p:nvSpPr>
          <p:cNvPr id="3" name="Footer Placeholder 2">
            <a:extLst>
              <a:ext uri="{FF2B5EF4-FFF2-40B4-BE49-F238E27FC236}">
                <a16:creationId xmlns:a16="http://schemas.microsoft.com/office/drawing/2014/main" id="{587080A1-BD0D-4160-BD96-2E5A2DB86A2A}"/>
              </a:ext>
            </a:extLst>
          </p:cNvPr>
          <p:cNvSpPr>
            <a:spLocks noGrp="1"/>
          </p:cNvSpPr>
          <p:nvPr>
            <p:ph type="ftr" sz="quarter" idx="11"/>
          </p:nvPr>
        </p:nvSpPr>
        <p:spPr/>
        <p:txBody>
          <a:bodyPr/>
          <a:lstStyle/>
          <a:p>
            <a:r>
              <a:rPr lang="vi-VN"/>
              <a:t>Cơ sở lập trình - Giới thiệu về lập trình</a:t>
            </a:r>
            <a:endParaRPr lang="en-US"/>
          </a:p>
        </p:txBody>
      </p:sp>
      <p:sp>
        <p:nvSpPr>
          <p:cNvPr id="5" name="Slide Number Placeholder 4">
            <a:extLst>
              <a:ext uri="{FF2B5EF4-FFF2-40B4-BE49-F238E27FC236}">
                <a16:creationId xmlns:a16="http://schemas.microsoft.com/office/drawing/2014/main" id="{26B09222-44B3-4D93-8B4F-74616D7E47FB}"/>
              </a:ext>
            </a:extLst>
          </p:cNvPr>
          <p:cNvSpPr>
            <a:spLocks noGrp="1"/>
          </p:cNvSpPr>
          <p:nvPr>
            <p:ph type="sldNum" sz="quarter" idx="12"/>
          </p:nvPr>
        </p:nvSpPr>
        <p:spPr/>
        <p:txBody>
          <a:bodyPr/>
          <a:lstStyle/>
          <a:p>
            <a:fld id="{45CA964B-B8B5-4404-ADB9-CBB2121E234F}" type="slidenum">
              <a:rPr lang="en-US" smtClean="0"/>
              <a:t>30</a:t>
            </a:fld>
            <a:endParaRPr lang="en-US"/>
          </a:p>
        </p:txBody>
      </p:sp>
      <p:sp>
        <p:nvSpPr>
          <p:cNvPr id="6" name="Content Placeholder 5">
            <a:extLst>
              <a:ext uri="{FF2B5EF4-FFF2-40B4-BE49-F238E27FC236}">
                <a16:creationId xmlns:a16="http://schemas.microsoft.com/office/drawing/2014/main" id="{8E38F45F-9F98-4E2D-B3D6-116921A25B2B}"/>
              </a:ext>
            </a:extLst>
          </p:cNvPr>
          <p:cNvSpPr>
            <a:spLocks noGrp="1"/>
          </p:cNvSpPr>
          <p:nvPr>
            <p:ph type="body" sz="quarter" idx="13"/>
          </p:nvPr>
        </p:nvSpPr>
        <p:spPr/>
        <p:txBody>
          <a:bodyPr/>
          <a:lstStyle/>
          <a:p>
            <a:r>
              <a:rPr lang="en-US">
                <a:solidFill>
                  <a:srgbClr val="008000"/>
                </a:solidFill>
              </a:rPr>
              <a:t>// Chuong trinh dau tien: hello.cpp</a:t>
            </a:r>
            <a:endParaRPr lang="en-US">
              <a:solidFill>
                <a:srgbClr val="000000"/>
              </a:solidFill>
            </a:endParaRPr>
          </a:p>
          <a:p>
            <a:r>
              <a:rPr lang="en-US">
                <a:solidFill>
                  <a:srgbClr val="808080"/>
                </a:solidFill>
              </a:rPr>
              <a:t>#include</a:t>
            </a:r>
            <a:r>
              <a:rPr lang="en-US">
                <a:solidFill>
                  <a:srgbClr val="000000"/>
                </a:solidFill>
              </a:rPr>
              <a:t> </a:t>
            </a:r>
            <a:r>
              <a:rPr lang="en-US">
                <a:solidFill>
                  <a:srgbClr val="A31515"/>
                </a:solidFill>
              </a:rPr>
              <a:t>&lt;iostream&gt;</a:t>
            </a:r>
            <a:endParaRPr lang="en-US">
              <a:solidFill>
                <a:srgbClr val="000000"/>
              </a:solidFill>
            </a:endParaRPr>
          </a:p>
          <a:p>
            <a:r>
              <a:rPr lang="en-US">
                <a:solidFill>
                  <a:srgbClr val="0000FF"/>
                </a:solidFill>
              </a:rPr>
              <a:t>using</a:t>
            </a:r>
            <a:r>
              <a:rPr lang="en-US">
                <a:solidFill>
                  <a:srgbClr val="000000"/>
                </a:solidFill>
              </a:rPr>
              <a:t> </a:t>
            </a:r>
            <a:r>
              <a:rPr lang="en-US">
                <a:solidFill>
                  <a:srgbClr val="0000FF"/>
                </a:solidFill>
              </a:rPr>
              <a:t>namespace</a:t>
            </a:r>
            <a:r>
              <a:rPr lang="en-US">
                <a:solidFill>
                  <a:srgbClr val="000000"/>
                </a:solidFill>
              </a:rPr>
              <a:t> std;</a:t>
            </a:r>
          </a:p>
          <a:p>
            <a:endParaRPr lang="en-US">
              <a:solidFill>
                <a:srgbClr val="000000"/>
              </a:solidFill>
            </a:endParaRPr>
          </a:p>
          <a:p>
            <a:r>
              <a:rPr lang="en-US">
                <a:solidFill>
                  <a:srgbClr val="0000FF"/>
                </a:solidFill>
              </a:rPr>
              <a:t>int</a:t>
            </a:r>
            <a:r>
              <a:rPr lang="en-US">
                <a:solidFill>
                  <a:srgbClr val="000000"/>
                </a:solidFill>
              </a:rPr>
              <a:t> main()</a:t>
            </a:r>
          </a:p>
          <a:p>
            <a:r>
              <a:rPr lang="en-US">
                <a:solidFill>
                  <a:srgbClr val="000000"/>
                </a:solidFill>
              </a:rPr>
              <a:t>{</a:t>
            </a:r>
          </a:p>
          <a:p>
            <a:r>
              <a:rPr lang="en-US">
                <a:solidFill>
                  <a:srgbClr val="000000"/>
                </a:solidFill>
              </a:rPr>
              <a:t>    cout </a:t>
            </a:r>
            <a:r>
              <a:rPr lang="en-US">
                <a:solidFill>
                  <a:srgbClr val="008080"/>
                </a:solidFill>
              </a:rPr>
              <a:t>&lt;&lt;</a:t>
            </a:r>
            <a:r>
              <a:rPr lang="en-US">
                <a:solidFill>
                  <a:srgbClr val="000000"/>
                </a:solidFill>
              </a:rPr>
              <a:t> </a:t>
            </a:r>
            <a:r>
              <a:rPr lang="en-US">
                <a:solidFill>
                  <a:srgbClr val="A31515"/>
                </a:solidFill>
              </a:rPr>
              <a:t>"Hello, world!\n"</a:t>
            </a:r>
            <a:r>
              <a:rPr lang="en-US">
                <a:solidFill>
                  <a:srgbClr val="000000"/>
                </a:solidFill>
              </a:rPr>
              <a:t>;</a:t>
            </a:r>
          </a:p>
          <a:p>
            <a:r>
              <a:rPr lang="en-US">
                <a:solidFill>
                  <a:srgbClr val="000000"/>
                </a:solidFill>
              </a:rPr>
              <a:t>    </a:t>
            </a:r>
            <a:r>
              <a:rPr lang="en-US">
                <a:solidFill>
                  <a:srgbClr val="0000FF"/>
                </a:solidFill>
              </a:rPr>
              <a:t>return</a:t>
            </a:r>
            <a:r>
              <a:rPr lang="en-US">
                <a:solidFill>
                  <a:srgbClr val="000000"/>
                </a:solidFill>
              </a:rPr>
              <a:t> 0;</a:t>
            </a:r>
          </a:p>
          <a:p>
            <a:r>
              <a:rPr lang="en-US">
                <a:solidFill>
                  <a:srgbClr val="000000"/>
                </a:solidFill>
              </a:rPr>
              <a:t>}</a:t>
            </a:r>
            <a:endParaRPr lang="en-US"/>
          </a:p>
        </p:txBody>
      </p:sp>
    </p:spTree>
    <p:extLst>
      <p:ext uri="{BB962C8B-B14F-4D97-AF65-F5344CB8AC3E}">
        <p14:creationId xmlns:p14="http://schemas.microsoft.com/office/powerpoint/2010/main" val="24956335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D71E2-3111-4A75-B9A8-4406F2E5093E}"/>
              </a:ext>
            </a:extLst>
          </p:cNvPr>
          <p:cNvSpPr>
            <a:spLocks noGrp="1"/>
          </p:cNvSpPr>
          <p:nvPr>
            <p:ph type="title"/>
          </p:nvPr>
        </p:nvSpPr>
        <p:spPr/>
        <p:txBody>
          <a:bodyPr/>
          <a:lstStyle/>
          <a:p>
            <a:r>
              <a:rPr lang="en-US"/>
              <a:t>Chú thích</a:t>
            </a:r>
          </a:p>
        </p:txBody>
      </p:sp>
      <p:sp>
        <p:nvSpPr>
          <p:cNvPr id="6" name="Content Placeholder 5">
            <a:extLst>
              <a:ext uri="{FF2B5EF4-FFF2-40B4-BE49-F238E27FC236}">
                <a16:creationId xmlns:a16="http://schemas.microsoft.com/office/drawing/2014/main" id="{2DEC95F0-0A0F-45E5-8DB9-8C067360BAF9}"/>
              </a:ext>
            </a:extLst>
          </p:cNvPr>
          <p:cNvSpPr>
            <a:spLocks noGrp="1"/>
          </p:cNvSpPr>
          <p:nvPr>
            <p:ph idx="1"/>
          </p:nvPr>
        </p:nvSpPr>
        <p:spPr/>
        <p:txBody>
          <a:bodyPr/>
          <a:lstStyle/>
          <a:p>
            <a:pPr marL="103187" indent="0">
              <a:buNone/>
            </a:pPr>
            <a:r>
              <a:rPr lang="en-US" sz="2400">
                <a:solidFill>
                  <a:srgbClr val="008000"/>
                </a:solidFill>
                <a:latin typeface="Consolas" panose="020B0609020204030204" pitchFamily="49" charset="0"/>
              </a:rPr>
              <a:t>// Chuong trinh dau tien: hello.cpp</a:t>
            </a:r>
            <a:endParaRPr lang="en-US" sz="2400"/>
          </a:p>
          <a:p>
            <a:r>
              <a:rPr lang="vi-VN"/>
              <a:t>Chú thích/ghi chú (comment) dùng để mô tả, giải thích, sưu liệu.</a:t>
            </a:r>
            <a:endParaRPr lang="en-US"/>
          </a:p>
          <a:p>
            <a:r>
              <a:rPr lang="en-US"/>
              <a:t>Có hai cách tạo chú thích:</a:t>
            </a:r>
          </a:p>
          <a:p>
            <a:pPr lvl="1"/>
            <a:r>
              <a:rPr lang="en-US"/>
              <a:t>trên một dòng: </a:t>
            </a:r>
            <a:r>
              <a:rPr lang="en-US">
                <a:solidFill>
                  <a:srgbClr val="008000"/>
                </a:solidFill>
                <a:latin typeface="Consolas" panose="020B0609020204030204" pitchFamily="49" charset="0"/>
              </a:rPr>
              <a:t>//</a:t>
            </a:r>
            <a:endParaRPr lang="en-US"/>
          </a:p>
          <a:p>
            <a:pPr lvl="1"/>
            <a:r>
              <a:rPr lang="en-US"/>
              <a:t>trên nhiều dòng: </a:t>
            </a:r>
            <a:r>
              <a:rPr lang="en-US">
                <a:solidFill>
                  <a:srgbClr val="008000"/>
                </a:solidFill>
                <a:latin typeface="Consolas" panose="020B0609020204030204" pitchFamily="49" charset="0"/>
              </a:rPr>
              <a:t>/* */</a:t>
            </a:r>
            <a:endParaRPr lang="en-US"/>
          </a:p>
          <a:p>
            <a:r>
              <a:rPr lang="en-US"/>
              <a:t>Ví dụ:</a:t>
            </a:r>
          </a:p>
          <a:p>
            <a:pPr lvl="3"/>
            <a:r>
              <a:rPr lang="en-US">
                <a:solidFill>
                  <a:srgbClr val="008000"/>
                </a:solidFill>
                <a:latin typeface="Consolas" panose="020B0609020204030204" pitchFamily="49" charset="0"/>
              </a:rPr>
              <a:t>/* Chuong trinh dau tien</a:t>
            </a:r>
            <a:endParaRPr lang="en-US">
              <a:solidFill>
                <a:srgbClr val="000000"/>
              </a:solidFill>
              <a:latin typeface="Consolas" panose="020B0609020204030204" pitchFamily="49" charset="0"/>
            </a:endParaRPr>
          </a:p>
          <a:p>
            <a:pPr lvl="3"/>
            <a:r>
              <a:rPr lang="en-US">
                <a:solidFill>
                  <a:srgbClr val="008000"/>
                </a:solidFill>
                <a:latin typeface="Consolas" panose="020B0609020204030204" pitchFamily="49" charset="0"/>
              </a:rPr>
              <a:t>   Ngay: 1/1/2014</a:t>
            </a:r>
            <a:endParaRPr lang="en-US">
              <a:solidFill>
                <a:srgbClr val="000000"/>
              </a:solidFill>
              <a:latin typeface="Consolas" panose="020B0609020204030204" pitchFamily="49" charset="0"/>
            </a:endParaRPr>
          </a:p>
          <a:p>
            <a:pPr lvl="3"/>
            <a:r>
              <a:rPr lang="en-US">
                <a:solidFill>
                  <a:srgbClr val="008000"/>
                </a:solidFill>
                <a:latin typeface="Consolas" panose="020B0609020204030204" pitchFamily="49" charset="0"/>
              </a:rPr>
              <a:t>   Tac gia: Tram Anh */</a:t>
            </a:r>
            <a:endParaRPr lang="en-US"/>
          </a:p>
        </p:txBody>
      </p:sp>
      <p:sp>
        <p:nvSpPr>
          <p:cNvPr id="3" name="Footer Placeholder 2">
            <a:extLst>
              <a:ext uri="{FF2B5EF4-FFF2-40B4-BE49-F238E27FC236}">
                <a16:creationId xmlns:a16="http://schemas.microsoft.com/office/drawing/2014/main" id="{8334E2EE-A8AC-406E-B3D3-8DF78D425677}"/>
              </a:ext>
            </a:extLst>
          </p:cNvPr>
          <p:cNvSpPr>
            <a:spLocks noGrp="1"/>
          </p:cNvSpPr>
          <p:nvPr>
            <p:ph type="ftr" sz="quarter" idx="11"/>
          </p:nvPr>
        </p:nvSpPr>
        <p:spPr/>
        <p:txBody>
          <a:bodyPr/>
          <a:lstStyle/>
          <a:p>
            <a:r>
              <a:rPr lang="vi-VN"/>
              <a:t>Cơ sở lập trình - Giới thiệu về lập trình</a:t>
            </a:r>
            <a:endParaRPr lang="en-US"/>
          </a:p>
        </p:txBody>
      </p:sp>
      <p:sp>
        <p:nvSpPr>
          <p:cNvPr id="5" name="Slide Number Placeholder 4">
            <a:extLst>
              <a:ext uri="{FF2B5EF4-FFF2-40B4-BE49-F238E27FC236}">
                <a16:creationId xmlns:a16="http://schemas.microsoft.com/office/drawing/2014/main" id="{F7CBCBA5-B9C4-45AF-85F3-6598E4B157EA}"/>
              </a:ext>
            </a:extLst>
          </p:cNvPr>
          <p:cNvSpPr>
            <a:spLocks noGrp="1"/>
          </p:cNvSpPr>
          <p:nvPr>
            <p:ph type="sldNum" sz="quarter" idx="12"/>
          </p:nvPr>
        </p:nvSpPr>
        <p:spPr/>
        <p:txBody>
          <a:bodyPr/>
          <a:lstStyle/>
          <a:p>
            <a:fld id="{45CA964B-B8B5-4404-ADB9-CBB2121E234F}" type="slidenum">
              <a:rPr lang="en-US" smtClean="0"/>
              <a:t>31</a:t>
            </a:fld>
            <a:endParaRPr lang="en-US"/>
          </a:p>
        </p:txBody>
      </p:sp>
    </p:spTree>
    <p:extLst>
      <p:ext uri="{BB962C8B-B14F-4D97-AF65-F5344CB8AC3E}">
        <p14:creationId xmlns:p14="http://schemas.microsoft.com/office/powerpoint/2010/main" val="20038223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810DF-6F21-419D-92DA-C86DE30F33D6}"/>
              </a:ext>
            </a:extLst>
          </p:cNvPr>
          <p:cNvSpPr>
            <a:spLocks noGrp="1"/>
          </p:cNvSpPr>
          <p:nvPr>
            <p:ph type="title"/>
          </p:nvPr>
        </p:nvSpPr>
        <p:spPr/>
        <p:txBody>
          <a:bodyPr/>
          <a:lstStyle/>
          <a:p>
            <a:r>
              <a:rPr lang="en-US"/>
              <a:t>Chỉ thị tiền xử lý</a:t>
            </a:r>
          </a:p>
        </p:txBody>
      </p:sp>
      <p:sp>
        <p:nvSpPr>
          <p:cNvPr id="4" name="Content Placeholder 3">
            <a:extLst>
              <a:ext uri="{FF2B5EF4-FFF2-40B4-BE49-F238E27FC236}">
                <a16:creationId xmlns:a16="http://schemas.microsoft.com/office/drawing/2014/main" id="{4209CFDA-E9AF-4FC6-B3C9-ED5309748019}"/>
              </a:ext>
            </a:extLst>
          </p:cNvPr>
          <p:cNvSpPr>
            <a:spLocks noGrp="1"/>
          </p:cNvSpPr>
          <p:nvPr>
            <p:ph idx="1"/>
          </p:nvPr>
        </p:nvSpPr>
        <p:spPr/>
        <p:txBody>
          <a:bodyPr/>
          <a:lstStyle/>
          <a:p>
            <a:pPr marL="103187" indent="0">
              <a:buNone/>
            </a:pPr>
            <a:r>
              <a:rPr lang="en-US">
                <a:solidFill>
                  <a:schemeClr val="tx1">
                    <a:lumMod val="75000"/>
                    <a:lumOff val="25000"/>
                  </a:schemeClr>
                </a:solidFill>
                <a:latin typeface="Consolas" panose="020B0609020204030204" pitchFamily="49" charset="0"/>
              </a:rPr>
              <a:t>#include</a:t>
            </a:r>
            <a:r>
              <a:rPr lang="en-US">
                <a:solidFill>
                  <a:srgbClr val="000000"/>
                </a:solidFill>
                <a:latin typeface="Consolas" panose="020B0609020204030204" pitchFamily="49" charset="0"/>
              </a:rPr>
              <a:t> </a:t>
            </a:r>
            <a:r>
              <a:rPr lang="en-US">
                <a:solidFill>
                  <a:srgbClr val="A31515"/>
                </a:solidFill>
                <a:latin typeface="Consolas" panose="020B0609020204030204" pitchFamily="49" charset="0"/>
              </a:rPr>
              <a:t>&lt;iostream&gt;</a:t>
            </a:r>
            <a:endParaRPr lang="en-US"/>
          </a:p>
          <a:p>
            <a:r>
              <a:rPr lang="en-US"/>
              <a:t>Chỉ thị tiền xử lý (preprocessor directive), bắt đầu bằng ký tự </a:t>
            </a:r>
            <a:r>
              <a:rPr lang="en-US">
                <a:latin typeface="Consolas" panose="020B0609020204030204" pitchFamily="49" charset="0"/>
              </a:rPr>
              <a:t>#</a:t>
            </a:r>
            <a:r>
              <a:rPr lang="en-US"/>
              <a:t>.</a:t>
            </a:r>
          </a:p>
          <a:p>
            <a:r>
              <a:rPr lang="en-US"/>
              <a:t>Sử dụng các đối tượng nhập/xuất như </a:t>
            </a:r>
            <a:r>
              <a:rPr lang="en-US">
                <a:latin typeface="Consolas" panose="020B0609020204030204" pitchFamily="49" charset="0"/>
              </a:rPr>
              <a:t>cin</a:t>
            </a:r>
            <a:r>
              <a:rPr lang="en-US"/>
              <a:t>, </a:t>
            </a:r>
            <a:r>
              <a:rPr lang="en-US">
                <a:latin typeface="Consolas" panose="020B0609020204030204" pitchFamily="49" charset="0"/>
              </a:rPr>
              <a:t>cout</a:t>
            </a:r>
            <a:r>
              <a:rPr lang="en-US"/>
              <a:t>... có trong </a:t>
            </a:r>
            <a:r>
              <a:rPr lang="en-US">
                <a:latin typeface="Consolas" panose="020B0609020204030204" pitchFamily="49" charset="0"/>
              </a:rPr>
              <a:t>iostream</a:t>
            </a:r>
            <a:r>
              <a:rPr lang="en-US"/>
              <a:t> (header file).</a:t>
            </a:r>
          </a:p>
        </p:txBody>
      </p:sp>
      <p:sp>
        <p:nvSpPr>
          <p:cNvPr id="3" name="Footer Placeholder 2">
            <a:extLst>
              <a:ext uri="{FF2B5EF4-FFF2-40B4-BE49-F238E27FC236}">
                <a16:creationId xmlns:a16="http://schemas.microsoft.com/office/drawing/2014/main" id="{5411CCC1-BB25-41CC-8F35-73A91AD529CB}"/>
              </a:ext>
            </a:extLst>
          </p:cNvPr>
          <p:cNvSpPr>
            <a:spLocks noGrp="1"/>
          </p:cNvSpPr>
          <p:nvPr>
            <p:ph type="ftr" sz="quarter" idx="11"/>
          </p:nvPr>
        </p:nvSpPr>
        <p:spPr/>
        <p:txBody>
          <a:bodyPr/>
          <a:lstStyle/>
          <a:p>
            <a:r>
              <a:rPr lang="vi-VN"/>
              <a:t>Cơ sở lập trình - Giới thiệu về lập trình</a:t>
            </a:r>
            <a:endParaRPr lang="en-US"/>
          </a:p>
        </p:txBody>
      </p:sp>
      <p:sp>
        <p:nvSpPr>
          <p:cNvPr id="5" name="Slide Number Placeholder 4">
            <a:extLst>
              <a:ext uri="{FF2B5EF4-FFF2-40B4-BE49-F238E27FC236}">
                <a16:creationId xmlns:a16="http://schemas.microsoft.com/office/drawing/2014/main" id="{AE72DE94-3112-4F47-8A20-738FDAEFA520}"/>
              </a:ext>
            </a:extLst>
          </p:cNvPr>
          <p:cNvSpPr>
            <a:spLocks noGrp="1"/>
          </p:cNvSpPr>
          <p:nvPr>
            <p:ph type="sldNum" sz="quarter" idx="12"/>
          </p:nvPr>
        </p:nvSpPr>
        <p:spPr/>
        <p:txBody>
          <a:bodyPr/>
          <a:lstStyle/>
          <a:p>
            <a:fld id="{45CA964B-B8B5-4404-ADB9-CBB2121E234F}" type="slidenum">
              <a:rPr lang="en-US" smtClean="0"/>
              <a:t>32</a:t>
            </a:fld>
            <a:endParaRPr lang="en-US"/>
          </a:p>
        </p:txBody>
      </p:sp>
    </p:spTree>
    <p:extLst>
      <p:ext uri="{BB962C8B-B14F-4D97-AF65-F5344CB8AC3E}">
        <p14:creationId xmlns:p14="http://schemas.microsoft.com/office/powerpoint/2010/main" val="32320403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3120F-BC20-4290-B84D-966D893327F8}"/>
              </a:ext>
            </a:extLst>
          </p:cNvPr>
          <p:cNvSpPr>
            <a:spLocks noGrp="1"/>
          </p:cNvSpPr>
          <p:nvPr>
            <p:ph type="title"/>
          </p:nvPr>
        </p:nvSpPr>
        <p:spPr/>
        <p:txBody>
          <a:bodyPr/>
          <a:lstStyle/>
          <a:p>
            <a:r>
              <a:rPr lang="en-US"/>
              <a:t>Namespace</a:t>
            </a:r>
          </a:p>
        </p:txBody>
      </p:sp>
      <p:sp>
        <p:nvSpPr>
          <p:cNvPr id="4" name="Content Placeholder 3">
            <a:extLst>
              <a:ext uri="{FF2B5EF4-FFF2-40B4-BE49-F238E27FC236}">
                <a16:creationId xmlns:a16="http://schemas.microsoft.com/office/drawing/2014/main" id="{36CD94AC-25B6-46FA-B6BA-1E3BF2AE1DC2}"/>
              </a:ext>
            </a:extLst>
          </p:cNvPr>
          <p:cNvSpPr>
            <a:spLocks noGrp="1"/>
          </p:cNvSpPr>
          <p:nvPr>
            <p:ph idx="1"/>
          </p:nvPr>
        </p:nvSpPr>
        <p:spPr/>
        <p:txBody>
          <a:bodyPr/>
          <a:lstStyle/>
          <a:p>
            <a:pPr marL="103187" indent="0">
              <a:buNone/>
            </a:pPr>
            <a:r>
              <a:rPr lang="en-US">
                <a:solidFill>
                  <a:srgbClr val="0000FF"/>
                </a:solidFill>
                <a:latin typeface="Consolas" panose="020B0609020204030204" pitchFamily="49" charset="0"/>
              </a:rPr>
              <a:t>using</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namespace</a:t>
            </a:r>
            <a:r>
              <a:rPr lang="en-US">
                <a:solidFill>
                  <a:srgbClr val="000000"/>
                </a:solidFill>
                <a:latin typeface="Consolas" panose="020B0609020204030204" pitchFamily="49" charset="0"/>
              </a:rPr>
              <a:t> std;</a:t>
            </a:r>
            <a:endParaRPr lang="en-US"/>
          </a:p>
          <a:p>
            <a:r>
              <a:rPr lang="vi-VN"/>
              <a:t>Sử dụng tên các đối tượng có trong vùng tên chuẩn </a:t>
            </a:r>
            <a:r>
              <a:rPr lang="vi-VN">
                <a:latin typeface="Consolas" panose="020B0609020204030204" pitchFamily="49" charset="0"/>
              </a:rPr>
              <a:t>std</a:t>
            </a:r>
            <a:r>
              <a:rPr lang="vi-VN"/>
              <a:t> như các tên </a:t>
            </a:r>
            <a:r>
              <a:rPr lang="vi-VN">
                <a:latin typeface="Consolas" panose="020B0609020204030204" pitchFamily="49" charset="0"/>
              </a:rPr>
              <a:t>cin</a:t>
            </a:r>
            <a:r>
              <a:rPr lang="vi-VN"/>
              <a:t>, </a:t>
            </a:r>
            <a:r>
              <a:rPr lang="vi-VN">
                <a:latin typeface="Consolas" panose="020B0609020204030204" pitchFamily="49" charset="0"/>
              </a:rPr>
              <a:t>cout</a:t>
            </a:r>
            <a:r>
              <a:rPr lang="vi-VN"/>
              <a:t>.</a:t>
            </a:r>
          </a:p>
          <a:p>
            <a:r>
              <a:rPr lang="vi-VN"/>
              <a:t>Nếu không khai báo </a:t>
            </a:r>
            <a:r>
              <a:rPr lang="vi-VN">
                <a:latin typeface="Consolas" panose="020B0609020204030204" pitchFamily="49" charset="0"/>
              </a:rPr>
              <a:t>using namespace std; </a:t>
            </a:r>
            <a:r>
              <a:rPr lang="vi-VN"/>
              <a:t>thì khi dùng </a:t>
            </a:r>
            <a:r>
              <a:rPr lang="vi-VN">
                <a:latin typeface="Consolas" panose="020B0609020204030204" pitchFamily="49" charset="0"/>
              </a:rPr>
              <a:t>cout</a:t>
            </a:r>
            <a:r>
              <a:rPr lang="vi-VN"/>
              <a:t> phải ghi rõ: </a:t>
            </a:r>
            <a:r>
              <a:rPr lang="vi-VN">
                <a:latin typeface="Consolas" panose="020B0609020204030204" pitchFamily="49" charset="0"/>
              </a:rPr>
              <a:t>std::cout</a:t>
            </a:r>
            <a:r>
              <a:rPr lang="vi-VN"/>
              <a:t>.</a:t>
            </a:r>
          </a:p>
          <a:p>
            <a:endParaRPr lang="en-US"/>
          </a:p>
        </p:txBody>
      </p:sp>
      <p:sp>
        <p:nvSpPr>
          <p:cNvPr id="3" name="Footer Placeholder 2">
            <a:extLst>
              <a:ext uri="{FF2B5EF4-FFF2-40B4-BE49-F238E27FC236}">
                <a16:creationId xmlns:a16="http://schemas.microsoft.com/office/drawing/2014/main" id="{0239F150-0878-4E0A-ABF6-7B463B3E83FC}"/>
              </a:ext>
            </a:extLst>
          </p:cNvPr>
          <p:cNvSpPr>
            <a:spLocks noGrp="1"/>
          </p:cNvSpPr>
          <p:nvPr>
            <p:ph type="ftr" sz="quarter" idx="11"/>
          </p:nvPr>
        </p:nvSpPr>
        <p:spPr/>
        <p:txBody>
          <a:bodyPr/>
          <a:lstStyle/>
          <a:p>
            <a:r>
              <a:rPr lang="vi-VN"/>
              <a:t>Cơ sở lập trình - Giới thiệu về lập trình</a:t>
            </a:r>
            <a:endParaRPr lang="en-US"/>
          </a:p>
        </p:txBody>
      </p:sp>
      <p:sp>
        <p:nvSpPr>
          <p:cNvPr id="5" name="Slide Number Placeholder 4">
            <a:extLst>
              <a:ext uri="{FF2B5EF4-FFF2-40B4-BE49-F238E27FC236}">
                <a16:creationId xmlns:a16="http://schemas.microsoft.com/office/drawing/2014/main" id="{2FE2E526-72DE-4F7C-AC4E-65B74C3B2543}"/>
              </a:ext>
            </a:extLst>
          </p:cNvPr>
          <p:cNvSpPr>
            <a:spLocks noGrp="1"/>
          </p:cNvSpPr>
          <p:nvPr>
            <p:ph type="sldNum" sz="quarter" idx="12"/>
          </p:nvPr>
        </p:nvSpPr>
        <p:spPr/>
        <p:txBody>
          <a:bodyPr/>
          <a:lstStyle/>
          <a:p>
            <a:fld id="{45CA964B-B8B5-4404-ADB9-CBB2121E234F}" type="slidenum">
              <a:rPr lang="en-US" smtClean="0"/>
              <a:t>33</a:t>
            </a:fld>
            <a:endParaRPr lang="en-US"/>
          </a:p>
        </p:txBody>
      </p:sp>
    </p:spTree>
    <p:extLst>
      <p:ext uri="{BB962C8B-B14F-4D97-AF65-F5344CB8AC3E}">
        <p14:creationId xmlns:p14="http://schemas.microsoft.com/office/powerpoint/2010/main" val="35375683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A5831-E003-4E6C-91C1-9D3CCB194E8A}"/>
              </a:ext>
            </a:extLst>
          </p:cNvPr>
          <p:cNvSpPr>
            <a:spLocks noGrp="1"/>
          </p:cNvSpPr>
          <p:nvPr>
            <p:ph type="title"/>
          </p:nvPr>
        </p:nvSpPr>
        <p:spPr/>
        <p:txBody>
          <a:bodyPr/>
          <a:lstStyle/>
          <a:p>
            <a:r>
              <a:rPr lang="en-US"/>
              <a:t>Hàm</a:t>
            </a:r>
          </a:p>
        </p:txBody>
      </p:sp>
      <p:sp>
        <p:nvSpPr>
          <p:cNvPr id="4" name="Content Placeholder 3">
            <a:extLst>
              <a:ext uri="{FF2B5EF4-FFF2-40B4-BE49-F238E27FC236}">
                <a16:creationId xmlns:a16="http://schemas.microsoft.com/office/drawing/2014/main" id="{8C9A0F3A-BF6C-4AB2-A09F-CF322CD42056}"/>
              </a:ext>
            </a:extLst>
          </p:cNvPr>
          <p:cNvSpPr>
            <a:spLocks noGrp="1"/>
          </p:cNvSpPr>
          <p:nvPr>
            <p:ph idx="1"/>
          </p:nvPr>
        </p:nvSpPr>
        <p:spPr/>
        <p:txBody>
          <a:bodyPr/>
          <a:lstStyle/>
          <a:p>
            <a:pPr marL="103187" indent="0">
              <a:buNone/>
            </a:pPr>
            <a:r>
              <a:rPr lang="en-US">
                <a:solidFill>
                  <a:srgbClr val="0000FF"/>
                </a:solidFill>
                <a:latin typeface="Consolas" panose="020B0609020204030204" pitchFamily="49" charset="0"/>
              </a:rPr>
              <a:t>int</a:t>
            </a:r>
            <a:r>
              <a:rPr lang="en-US">
                <a:solidFill>
                  <a:srgbClr val="000000"/>
                </a:solidFill>
                <a:latin typeface="Consolas" panose="020B0609020204030204" pitchFamily="49" charset="0"/>
              </a:rPr>
              <a:t> main()</a:t>
            </a:r>
            <a:br>
              <a:rPr lang="en-US">
                <a:solidFill>
                  <a:srgbClr val="000000"/>
                </a:solidFill>
                <a:latin typeface="Consolas" panose="020B0609020204030204" pitchFamily="49" charset="0"/>
              </a:rPr>
            </a:br>
            <a:r>
              <a:rPr lang="en-US">
                <a:solidFill>
                  <a:srgbClr val="000000"/>
                </a:solidFill>
                <a:latin typeface="Consolas" panose="020B0609020204030204" pitchFamily="49" charset="0"/>
              </a:rPr>
              <a:t>{</a:t>
            </a:r>
            <a:br>
              <a:rPr lang="en-US">
                <a:solidFill>
                  <a:srgbClr val="000000"/>
                </a:solidFill>
                <a:latin typeface="Consolas" panose="020B0609020204030204" pitchFamily="49" charset="0"/>
              </a:rPr>
            </a:br>
            <a:r>
              <a:rPr lang="en-US">
                <a:solidFill>
                  <a:srgbClr val="000000"/>
                </a:solidFill>
                <a:latin typeface="Consolas" panose="020B0609020204030204" pitchFamily="49" charset="0"/>
              </a:rPr>
              <a:t>    cout </a:t>
            </a:r>
            <a:r>
              <a:rPr lang="en-US">
                <a:solidFill>
                  <a:srgbClr val="008080"/>
                </a:solidFill>
                <a:latin typeface="Consolas" panose="020B0609020204030204" pitchFamily="49" charset="0"/>
              </a:rPr>
              <a:t>&lt;&lt;</a:t>
            </a:r>
            <a:r>
              <a:rPr lang="en-US">
                <a:solidFill>
                  <a:srgbClr val="000000"/>
                </a:solidFill>
                <a:latin typeface="Consolas" panose="020B0609020204030204" pitchFamily="49" charset="0"/>
              </a:rPr>
              <a:t> </a:t>
            </a:r>
            <a:r>
              <a:rPr lang="en-US">
                <a:solidFill>
                  <a:srgbClr val="A31515"/>
                </a:solidFill>
                <a:latin typeface="Consolas" panose="020B0609020204030204" pitchFamily="49" charset="0"/>
              </a:rPr>
              <a:t>"Hello, world!\n"</a:t>
            </a:r>
            <a:r>
              <a:rPr lang="en-US">
                <a:solidFill>
                  <a:srgbClr val="000000"/>
                </a:solidFill>
                <a:latin typeface="Consolas" panose="020B0609020204030204" pitchFamily="49" charset="0"/>
              </a:rPr>
              <a:t>;</a:t>
            </a:r>
            <a:br>
              <a:rPr lang="en-US">
                <a:solidFill>
                  <a:srgbClr val="000000"/>
                </a:solidFill>
                <a:latin typeface="Consolas" panose="020B0609020204030204" pitchFamily="49" charset="0"/>
              </a:rPr>
            </a:b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return</a:t>
            </a:r>
            <a:r>
              <a:rPr lang="en-US">
                <a:solidFill>
                  <a:srgbClr val="000000"/>
                </a:solidFill>
                <a:latin typeface="Consolas" panose="020B0609020204030204" pitchFamily="49" charset="0"/>
              </a:rPr>
              <a:t> 0;</a:t>
            </a:r>
            <a:br>
              <a:rPr lang="en-US">
                <a:solidFill>
                  <a:srgbClr val="000000"/>
                </a:solidFill>
                <a:latin typeface="Consolas" panose="020B0609020204030204" pitchFamily="49" charset="0"/>
              </a:rPr>
            </a:br>
            <a:r>
              <a:rPr lang="en-US">
                <a:solidFill>
                  <a:srgbClr val="000000"/>
                </a:solidFill>
                <a:latin typeface="Consolas" panose="020B0609020204030204" pitchFamily="49" charset="0"/>
              </a:rPr>
              <a:t>}</a:t>
            </a:r>
            <a:endParaRPr lang="en-US"/>
          </a:p>
          <a:p>
            <a:pPr algn="just"/>
            <a:r>
              <a:rPr lang="vi-VN"/>
              <a:t>Chương trình C++ có thể có nhiều hàm (function) và chương trình bắt đầu thực hiện từ hàm </a:t>
            </a:r>
            <a:r>
              <a:rPr lang="vi-VN">
                <a:latin typeface="Consolas" panose="020B0609020204030204" pitchFamily="49" charset="0"/>
              </a:rPr>
              <a:t>main</a:t>
            </a:r>
            <a:r>
              <a:rPr lang="vi-VN"/>
              <a:t>.</a:t>
            </a:r>
          </a:p>
          <a:p>
            <a:r>
              <a:rPr lang="vi-VN"/>
              <a:t>Mỗi hàm gồm:</a:t>
            </a:r>
          </a:p>
          <a:p>
            <a:pPr lvl="1"/>
            <a:r>
              <a:rPr lang="vi-VN"/>
              <a:t>Kiểu trả về.</a:t>
            </a:r>
          </a:p>
          <a:p>
            <a:pPr lvl="1"/>
            <a:r>
              <a:rPr lang="vi-VN"/>
              <a:t>Tên hàm.</a:t>
            </a:r>
          </a:p>
          <a:p>
            <a:pPr lvl="1"/>
            <a:r>
              <a:rPr lang="vi-VN"/>
              <a:t>Danh sách tham số đặt giữa hai dấu ngoặc đơn (). Thân hàm đặt giữa hai dấu ngoặc nhọn { }, liệt kê các câu lệnh/phát biểu mà hàm thực hiện.</a:t>
            </a:r>
            <a:endParaRPr lang="en-US"/>
          </a:p>
        </p:txBody>
      </p:sp>
      <p:sp>
        <p:nvSpPr>
          <p:cNvPr id="3" name="Footer Placeholder 2">
            <a:extLst>
              <a:ext uri="{FF2B5EF4-FFF2-40B4-BE49-F238E27FC236}">
                <a16:creationId xmlns:a16="http://schemas.microsoft.com/office/drawing/2014/main" id="{A4F9EFB0-0B5D-4DBB-B0D9-1F10DAD2B112}"/>
              </a:ext>
            </a:extLst>
          </p:cNvPr>
          <p:cNvSpPr>
            <a:spLocks noGrp="1"/>
          </p:cNvSpPr>
          <p:nvPr>
            <p:ph type="ftr" sz="quarter" idx="11"/>
          </p:nvPr>
        </p:nvSpPr>
        <p:spPr/>
        <p:txBody>
          <a:bodyPr/>
          <a:lstStyle/>
          <a:p>
            <a:r>
              <a:rPr lang="vi-VN"/>
              <a:t>Cơ sở lập trình - Giới thiệu về lập trình</a:t>
            </a:r>
            <a:endParaRPr lang="en-US"/>
          </a:p>
        </p:txBody>
      </p:sp>
      <p:sp>
        <p:nvSpPr>
          <p:cNvPr id="5" name="Slide Number Placeholder 4">
            <a:extLst>
              <a:ext uri="{FF2B5EF4-FFF2-40B4-BE49-F238E27FC236}">
                <a16:creationId xmlns:a16="http://schemas.microsoft.com/office/drawing/2014/main" id="{609816E4-E776-4732-B8A9-CE4525A6AE46}"/>
              </a:ext>
            </a:extLst>
          </p:cNvPr>
          <p:cNvSpPr>
            <a:spLocks noGrp="1"/>
          </p:cNvSpPr>
          <p:nvPr>
            <p:ph type="sldNum" sz="quarter" idx="12"/>
          </p:nvPr>
        </p:nvSpPr>
        <p:spPr/>
        <p:txBody>
          <a:bodyPr/>
          <a:lstStyle/>
          <a:p>
            <a:fld id="{45CA964B-B8B5-4404-ADB9-CBB2121E234F}" type="slidenum">
              <a:rPr lang="en-US" smtClean="0"/>
              <a:t>34</a:t>
            </a:fld>
            <a:endParaRPr lang="en-US"/>
          </a:p>
        </p:txBody>
      </p:sp>
    </p:spTree>
    <p:extLst>
      <p:ext uri="{BB962C8B-B14F-4D97-AF65-F5344CB8AC3E}">
        <p14:creationId xmlns:p14="http://schemas.microsoft.com/office/powerpoint/2010/main" val="19697939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DC822D2-567E-4CAB-BB52-AD83EDFBA9A3}"/>
              </a:ext>
            </a:extLst>
          </p:cNvPr>
          <p:cNvSpPr>
            <a:spLocks noGrp="1"/>
          </p:cNvSpPr>
          <p:nvPr>
            <p:ph type="ftr" sz="quarter" idx="11"/>
          </p:nvPr>
        </p:nvSpPr>
        <p:spPr/>
        <p:txBody>
          <a:bodyPr/>
          <a:lstStyle/>
          <a:p>
            <a:r>
              <a:rPr lang="vi-VN"/>
              <a:t>Cơ sở lập trình - Giới thiệu về lập trình</a:t>
            </a:r>
            <a:endParaRPr lang="en-US"/>
          </a:p>
        </p:txBody>
      </p:sp>
      <p:sp>
        <p:nvSpPr>
          <p:cNvPr id="5" name="Slide Number Placeholder 4">
            <a:extLst>
              <a:ext uri="{FF2B5EF4-FFF2-40B4-BE49-F238E27FC236}">
                <a16:creationId xmlns:a16="http://schemas.microsoft.com/office/drawing/2014/main" id="{682CC003-C18F-4D51-A14E-4F2B13195344}"/>
              </a:ext>
            </a:extLst>
          </p:cNvPr>
          <p:cNvSpPr>
            <a:spLocks noGrp="1"/>
          </p:cNvSpPr>
          <p:nvPr>
            <p:ph type="sldNum" sz="quarter" idx="12"/>
          </p:nvPr>
        </p:nvSpPr>
        <p:spPr/>
        <p:txBody>
          <a:bodyPr/>
          <a:lstStyle/>
          <a:p>
            <a:fld id="{45CA964B-B8B5-4404-ADB9-CBB2121E234F}" type="slidenum">
              <a:rPr lang="en-US" smtClean="0"/>
              <a:t>35</a:t>
            </a:fld>
            <a:endParaRPr lang="en-US"/>
          </a:p>
        </p:txBody>
      </p:sp>
      <p:sp>
        <p:nvSpPr>
          <p:cNvPr id="6" name="Content Placeholder 5">
            <a:extLst>
              <a:ext uri="{FF2B5EF4-FFF2-40B4-BE49-F238E27FC236}">
                <a16:creationId xmlns:a16="http://schemas.microsoft.com/office/drawing/2014/main" id="{0D685943-797E-4F7A-8BBA-376363DCB1B0}"/>
              </a:ext>
            </a:extLst>
          </p:cNvPr>
          <p:cNvSpPr>
            <a:spLocks noGrp="1"/>
          </p:cNvSpPr>
          <p:nvPr>
            <p:ph idx="1"/>
          </p:nvPr>
        </p:nvSpPr>
        <p:spPr/>
        <p:txBody>
          <a:bodyPr/>
          <a:lstStyle/>
          <a:p>
            <a:r>
              <a:rPr lang="vi-VN"/>
              <a:t>Chương trình </a:t>
            </a:r>
            <a:r>
              <a:rPr lang="vi-VN">
                <a:latin typeface="Consolas" panose="020B0609020204030204" pitchFamily="49" charset="0"/>
              </a:rPr>
              <a:t>hello.cpp</a:t>
            </a:r>
            <a:r>
              <a:rPr lang="vi-VN"/>
              <a:t> chỉ có một hàm: </a:t>
            </a:r>
            <a:endParaRPr lang="en-US"/>
          </a:p>
          <a:p>
            <a:pPr lvl="1"/>
            <a:r>
              <a:rPr lang="vi-VN"/>
              <a:t>Kiểu trả về là </a:t>
            </a:r>
            <a:r>
              <a:rPr lang="vi-VN">
                <a:latin typeface="Consolas" panose="020B0609020204030204" pitchFamily="49" charset="0"/>
              </a:rPr>
              <a:t>int</a:t>
            </a:r>
          </a:p>
          <a:p>
            <a:pPr lvl="1"/>
            <a:r>
              <a:rPr lang="vi-VN"/>
              <a:t>Tên hàm là </a:t>
            </a:r>
            <a:r>
              <a:rPr lang="vi-VN">
                <a:latin typeface="Consolas" panose="020B0609020204030204" pitchFamily="49" charset="0"/>
              </a:rPr>
              <a:t>main</a:t>
            </a:r>
            <a:r>
              <a:rPr lang="vi-VN"/>
              <a:t> </a:t>
            </a:r>
            <a:endParaRPr lang="en-US"/>
          </a:p>
          <a:p>
            <a:pPr lvl="1"/>
            <a:r>
              <a:rPr lang="vi-VN"/>
              <a:t>Danh sách tham số trống.</a:t>
            </a:r>
          </a:p>
          <a:p>
            <a:pPr lvl="1"/>
            <a:r>
              <a:rPr lang="vi-VN"/>
              <a:t>Thân hàm có hai câu lệnh.</a:t>
            </a:r>
          </a:p>
          <a:p>
            <a:endParaRPr lang="en-US"/>
          </a:p>
        </p:txBody>
      </p:sp>
    </p:spTree>
    <p:extLst>
      <p:ext uri="{BB962C8B-B14F-4D97-AF65-F5344CB8AC3E}">
        <p14:creationId xmlns:p14="http://schemas.microsoft.com/office/powerpoint/2010/main" val="897833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50D7F6D-D785-43F1-BC13-EB2397DBF96A}"/>
              </a:ext>
            </a:extLst>
          </p:cNvPr>
          <p:cNvSpPr>
            <a:spLocks noGrp="1"/>
          </p:cNvSpPr>
          <p:nvPr>
            <p:ph type="title"/>
          </p:nvPr>
        </p:nvSpPr>
        <p:spPr/>
        <p:txBody>
          <a:bodyPr/>
          <a:lstStyle/>
          <a:p>
            <a:r>
              <a:rPr lang="en-US"/>
              <a:t>Câu lệnh</a:t>
            </a:r>
          </a:p>
        </p:txBody>
      </p:sp>
      <p:sp>
        <p:nvSpPr>
          <p:cNvPr id="6" name="Content Placeholder 5">
            <a:extLst>
              <a:ext uri="{FF2B5EF4-FFF2-40B4-BE49-F238E27FC236}">
                <a16:creationId xmlns:a16="http://schemas.microsoft.com/office/drawing/2014/main" id="{97C3A5EB-FA66-4B0E-87EF-F94EA1BBD9FD}"/>
              </a:ext>
            </a:extLst>
          </p:cNvPr>
          <p:cNvSpPr>
            <a:spLocks noGrp="1"/>
          </p:cNvSpPr>
          <p:nvPr>
            <p:ph idx="1"/>
          </p:nvPr>
        </p:nvSpPr>
        <p:spPr/>
        <p:txBody>
          <a:bodyPr>
            <a:normAutofit/>
          </a:bodyPr>
          <a:lstStyle/>
          <a:p>
            <a:pPr marL="103187" indent="0" algn="just">
              <a:buNone/>
            </a:pPr>
            <a:r>
              <a:rPr lang="en-US">
                <a:solidFill>
                  <a:srgbClr val="000000"/>
                </a:solidFill>
                <a:latin typeface="Consolas" panose="020B0609020204030204" pitchFamily="49" charset="0"/>
              </a:rPr>
              <a:t>cout </a:t>
            </a:r>
            <a:r>
              <a:rPr lang="en-US">
                <a:solidFill>
                  <a:srgbClr val="008080"/>
                </a:solidFill>
                <a:latin typeface="Consolas" panose="020B0609020204030204" pitchFamily="49" charset="0"/>
              </a:rPr>
              <a:t>&lt;&lt;</a:t>
            </a:r>
            <a:r>
              <a:rPr lang="en-US">
                <a:solidFill>
                  <a:srgbClr val="000000"/>
                </a:solidFill>
                <a:latin typeface="Consolas" panose="020B0609020204030204" pitchFamily="49" charset="0"/>
              </a:rPr>
              <a:t> </a:t>
            </a:r>
            <a:r>
              <a:rPr lang="en-US">
                <a:solidFill>
                  <a:srgbClr val="A31515"/>
                </a:solidFill>
                <a:latin typeface="Consolas" panose="020B0609020204030204" pitchFamily="49" charset="0"/>
              </a:rPr>
              <a:t>"Hello, world!\n"</a:t>
            </a:r>
            <a:r>
              <a:rPr lang="en-US">
                <a:solidFill>
                  <a:srgbClr val="000000"/>
                </a:solidFill>
                <a:latin typeface="Consolas" panose="020B0609020204030204" pitchFamily="49" charset="0"/>
              </a:rPr>
              <a:t>;</a:t>
            </a:r>
            <a:endParaRPr lang="en-US"/>
          </a:p>
          <a:p>
            <a:pPr algn="just"/>
            <a:r>
              <a:rPr lang="vi-VN"/>
              <a:t>Câu lệnh in ra màn hình dòng chữ </a:t>
            </a:r>
            <a:r>
              <a:rPr lang="vi-VN">
                <a:latin typeface="Consolas" panose="020B0609020204030204" pitchFamily="49" charset="0"/>
              </a:rPr>
              <a:t>Hello, world!</a:t>
            </a:r>
            <a:r>
              <a:rPr lang="vi-VN"/>
              <a:t>, </a:t>
            </a:r>
            <a:r>
              <a:rPr lang="vi-VN">
                <a:latin typeface="Consolas" panose="020B0609020204030204" pitchFamily="49" charset="0"/>
              </a:rPr>
              <a:t>'\n'</a:t>
            </a:r>
            <a:r>
              <a:rPr lang="vi-VN"/>
              <a:t> là ký tự xuống hàng. </a:t>
            </a:r>
            <a:r>
              <a:rPr lang="vi-VN">
                <a:latin typeface="Consolas" panose="020B0609020204030204" pitchFamily="49" charset="0"/>
              </a:rPr>
              <a:t>cout</a:t>
            </a:r>
            <a:r>
              <a:rPr lang="vi-VN"/>
              <a:t> được khai báo trong </a:t>
            </a:r>
            <a:r>
              <a:rPr lang="vi-VN">
                <a:latin typeface="Consolas" panose="020B0609020204030204" pitchFamily="49" charset="0"/>
              </a:rPr>
              <a:t>iostream</a:t>
            </a:r>
            <a:r>
              <a:rPr lang="vi-VN"/>
              <a:t>, (namespace</a:t>
            </a:r>
            <a:r>
              <a:rPr lang="vi-VN">
                <a:latin typeface="Consolas" panose="020B0609020204030204" pitchFamily="49" charset="0"/>
              </a:rPr>
              <a:t> std</a:t>
            </a:r>
            <a:r>
              <a:rPr lang="vi-VN"/>
              <a:t>). </a:t>
            </a:r>
            <a:endParaRPr lang="en-US"/>
          </a:p>
          <a:p>
            <a:pPr algn="just"/>
            <a:r>
              <a:rPr lang="vi-VN"/>
              <a:t>Chuỗi xuất ra màn hình được đặt giữa hai dấu nháy kép.</a:t>
            </a:r>
          </a:p>
          <a:p>
            <a:pPr algn="just"/>
            <a:r>
              <a:rPr lang="vi-VN"/>
              <a:t>Có thể dùng ký hiệu </a:t>
            </a:r>
            <a:r>
              <a:rPr lang="vi-VN">
                <a:latin typeface="Consolas" panose="020B0609020204030204" pitchFamily="49" charset="0"/>
              </a:rPr>
              <a:t>endl</a:t>
            </a:r>
            <a:r>
              <a:rPr lang="vi-VN"/>
              <a:t> để xuống hàng:</a:t>
            </a:r>
            <a:endParaRPr lang="en-US"/>
          </a:p>
          <a:p>
            <a:pPr lvl="3" algn="just"/>
            <a:r>
              <a:rPr lang="vi-VN">
                <a:latin typeface="Consolas" panose="020B0609020204030204" pitchFamily="49" charset="0"/>
              </a:rPr>
              <a:t>cout &lt;&lt; "Hello, world!" &lt;&lt; endl;</a:t>
            </a:r>
          </a:p>
          <a:p>
            <a:pPr algn="just"/>
            <a:endParaRPr lang="en-US"/>
          </a:p>
          <a:p>
            <a:pPr marL="103187" indent="0" algn="just">
              <a:buNone/>
            </a:pPr>
            <a:r>
              <a:rPr lang="en-US">
                <a:solidFill>
                  <a:srgbClr val="0000FF"/>
                </a:solidFill>
                <a:latin typeface="Consolas" panose="020B0609020204030204" pitchFamily="49" charset="0"/>
              </a:rPr>
              <a:t>return</a:t>
            </a:r>
            <a:r>
              <a:rPr lang="en-US">
                <a:solidFill>
                  <a:srgbClr val="000000"/>
                </a:solidFill>
                <a:latin typeface="Consolas" panose="020B0609020204030204" pitchFamily="49" charset="0"/>
              </a:rPr>
              <a:t> 0;</a:t>
            </a:r>
            <a:endParaRPr lang="en-US"/>
          </a:p>
          <a:p>
            <a:pPr algn="just"/>
            <a:r>
              <a:rPr lang="vi-VN"/>
              <a:t>Câu lệnh trả về (return statement) giá trị 0, báo cho hệ thống chương trình kết thúc thành công.</a:t>
            </a:r>
          </a:p>
          <a:p>
            <a:pPr algn="just"/>
            <a:r>
              <a:rPr lang="en-US"/>
              <a:t>Câu lệnh (statement) kết thúc bằng dấu chấm phẩy (;).</a:t>
            </a:r>
          </a:p>
        </p:txBody>
      </p:sp>
      <p:sp>
        <p:nvSpPr>
          <p:cNvPr id="2" name="Footer Placeholder 1">
            <a:extLst>
              <a:ext uri="{FF2B5EF4-FFF2-40B4-BE49-F238E27FC236}">
                <a16:creationId xmlns:a16="http://schemas.microsoft.com/office/drawing/2014/main" id="{A63DDA99-B934-4781-954B-9E2A3A33E3C7}"/>
              </a:ext>
            </a:extLst>
          </p:cNvPr>
          <p:cNvSpPr>
            <a:spLocks noGrp="1"/>
          </p:cNvSpPr>
          <p:nvPr>
            <p:ph type="ftr" sz="quarter" idx="11"/>
          </p:nvPr>
        </p:nvSpPr>
        <p:spPr/>
        <p:txBody>
          <a:bodyPr/>
          <a:lstStyle/>
          <a:p>
            <a:r>
              <a:rPr lang="vi-VN"/>
              <a:t>Cơ sở lập trình - Giới thiệu về lập trình</a:t>
            </a:r>
            <a:endParaRPr lang="en-US"/>
          </a:p>
        </p:txBody>
      </p:sp>
      <p:sp>
        <p:nvSpPr>
          <p:cNvPr id="3" name="Slide Number Placeholder 2">
            <a:extLst>
              <a:ext uri="{FF2B5EF4-FFF2-40B4-BE49-F238E27FC236}">
                <a16:creationId xmlns:a16="http://schemas.microsoft.com/office/drawing/2014/main" id="{C681EDDD-E4F2-4C54-8A9E-E8373E1E4EFC}"/>
              </a:ext>
            </a:extLst>
          </p:cNvPr>
          <p:cNvSpPr>
            <a:spLocks noGrp="1"/>
          </p:cNvSpPr>
          <p:nvPr>
            <p:ph type="sldNum" sz="quarter" idx="12"/>
          </p:nvPr>
        </p:nvSpPr>
        <p:spPr/>
        <p:txBody>
          <a:bodyPr/>
          <a:lstStyle/>
          <a:p>
            <a:fld id="{45CA964B-B8B5-4404-ADB9-CBB2121E234F}" type="slidenum">
              <a:rPr lang="en-US" smtClean="0"/>
              <a:t>36</a:t>
            </a:fld>
            <a:endParaRPr lang="en-US"/>
          </a:p>
        </p:txBody>
      </p:sp>
    </p:spTree>
    <p:extLst>
      <p:ext uri="{BB962C8B-B14F-4D97-AF65-F5344CB8AC3E}">
        <p14:creationId xmlns:p14="http://schemas.microsoft.com/office/powerpoint/2010/main" val="20309269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25DE5-3A48-44F9-8B7F-F83BAD0D04A0}"/>
              </a:ext>
            </a:extLst>
          </p:cNvPr>
          <p:cNvSpPr>
            <a:spLocks noGrp="1"/>
          </p:cNvSpPr>
          <p:nvPr>
            <p:ph type="title"/>
          </p:nvPr>
        </p:nvSpPr>
        <p:spPr/>
        <p:txBody>
          <a:bodyPr/>
          <a:lstStyle/>
          <a:p>
            <a:r>
              <a:rPr lang="en-US"/>
              <a:t>Bài tập</a:t>
            </a:r>
          </a:p>
        </p:txBody>
      </p:sp>
      <p:sp>
        <p:nvSpPr>
          <p:cNvPr id="4" name="Content Placeholder 3">
            <a:extLst>
              <a:ext uri="{FF2B5EF4-FFF2-40B4-BE49-F238E27FC236}">
                <a16:creationId xmlns:a16="http://schemas.microsoft.com/office/drawing/2014/main" id="{4514DA64-CAE1-4563-BC21-2480F7D8703F}"/>
              </a:ext>
            </a:extLst>
          </p:cNvPr>
          <p:cNvSpPr>
            <a:spLocks noGrp="1"/>
          </p:cNvSpPr>
          <p:nvPr>
            <p:ph idx="1"/>
          </p:nvPr>
        </p:nvSpPr>
        <p:spPr/>
        <p:txBody>
          <a:bodyPr/>
          <a:lstStyle/>
          <a:p>
            <a:pPr algn="just"/>
            <a:r>
              <a:rPr lang="vi-VN"/>
              <a:t>Viết chương trình in ra màn hình họ và tên của bạn.</a:t>
            </a:r>
          </a:p>
          <a:p>
            <a:pPr algn="just"/>
            <a:r>
              <a:rPr lang="vi-VN"/>
              <a:t>Viết chương trình in ra màn hình </a:t>
            </a:r>
            <a:r>
              <a:rPr lang="vi-VN">
                <a:latin typeface="Consolas" panose="020B0609020204030204" pitchFamily="49" charset="0"/>
              </a:rPr>
              <a:t>"Ban co thich lap trinh khong?"</a:t>
            </a:r>
            <a:r>
              <a:rPr lang="vi-VN"/>
              <a:t>.</a:t>
            </a:r>
          </a:p>
          <a:p>
            <a:pPr algn="just"/>
            <a:r>
              <a:rPr lang="vi-VN"/>
              <a:t>Viết chương trình in ra màn hình mã số sinh viên và họ tên của bạn trên hai dòng.</a:t>
            </a:r>
            <a:endParaRPr lang="en-US"/>
          </a:p>
        </p:txBody>
      </p:sp>
      <p:sp>
        <p:nvSpPr>
          <p:cNvPr id="3" name="Footer Placeholder 2">
            <a:extLst>
              <a:ext uri="{FF2B5EF4-FFF2-40B4-BE49-F238E27FC236}">
                <a16:creationId xmlns:a16="http://schemas.microsoft.com/office/drawing/2014/main" id="{09E0E71B-C6EA-447A-BBDE-98EB47BC2E4C}"/>
              </a:ext>
            </a:extLst>
          </p:cNvPr>
          <p:cNvSpPr>
            <a:spLocks noGrp="1"/>
          </p:cNvSpPr>
          <p:nvPr>
            <p:ph type="ftr" sz="quarter" idx="11"/>
          </p:nvPr>
        </p:nvSpPr>
        <p:spPr/>
        <p:txBody>
          <a:bodyPr/>
          <a:lstStyle/>
          <a:p>
            <a:r>
              <a:rPr lang="vi-VN"/>
              <a:t>Cơ sở lập trình - Giới thiệu về lập trình</a:t>
            </a:r>
            <a:endParaRPr lang="en-US"/>
          </a:p>
        </p:txBody>
      </p:sp>
      <p:sp>
        <p:nvSpPr>
          <p:cNvPr id="5" name="Slide Number Placeholder 4">
            <a:extLst>
              <a:ext uri="{FF2B5EF4-FFF2-40B4-BE49-F238E27FC236}">
                <a16:creationId xmlns:a16="http://schemas.microsoft.com/office/drawing/2014/main" id="{7E85961D-93DA-42C6-B68D-FF5735B6A66B}"/>
              </a:ext>
            </a:extLst>
          </p:cNvPr>
          <p:cNvSpPr>
            <a:spLocks noGrp="1"/>
          </p:cNvSpPr>
          <p:nvPr>
            <p:ph type="sldNum" sz="quarter" idx="12"/>
          </p:nvPr>
        </p:nvSpPr>
        <p:spPr/>
        <p:txBody>
          <a:bodyPr/>
          <a:lstStyle/>
          <a:p>
            <a:fld id="{45CA964B-B8B5-4404-ADB9-CBB2121E234F}" type="slidenum">
              <a:rPr lang="en-US" smtClean="0"/>
              <a:t>37</a:t>
            </a:fld>
            <a:endParaRPr lang="en-US"/>
          </a:p>
        </p:txBody>
      </p:sp>
    </p:spTree>
    <p:extLst>
      <p:ext uri="{BB962C8B-B14F-4D97-AF65-F5344CB8AC3E}">
        <p14:creationId xmlns:p14="http://schemas.microsoft.com/office/powerpoint/2010/main" val="8271619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6D341-4573-48EC-9B8B-3157A0562A24}"/>
              </a:ext>
            </a:extLst>
          </p:cNvPr>
          <p:cNvSpPr>
            <a:spLocks noGrp="1"/>
          </p:cNvSpPr>
          <p:nvPr>
            <p:ph type="title"/>
          </p:nvPr>
        </p:nvSpPr>
        <p:spPr/>
        <p:txBody>
          <a:bodyPr/>
          <a:lstStyle/>
          <a:p>
            <a:r>
              <a:rPr lang="en-US"/>
              <a:t>Tạo và thực thi ch</a:t>
            </a:r>
            <a:r>
              <a:rPr lang="vi-VN"/>
              <a:t>ư</a:t>
            </a:r>
            <a:r>
              <a:rPr lang="en-US"/>
              <a:t>ơng trình C++</a:t>
            </a:r>
          </a:p>
        </p:txBody>
      </p:sp>
      <p:sp>
        <p:nvSpPr>
          <p:cNvPr id="4" name="Content Placeholder 3">
            <a:extLst>
              <a:ext uri="{FF2B5EF4-FFF2-40B4-BE49-F238E27FC236}">
                <a16:creationId xmlns:a16="http://schemas.microsoft.com/office/drawing/2014/main" id="{266A3121-72F4-4E44-87D3-FFA2DDB12298}"/>
              </a:ext>
            </a:extLst>
          </p:cNvPr>
          <p:cNvSpPr>
            <a:spLocks noGrp="1"/>
          </p:cNvSpPr>
          <p:nvPr>
            <p:ph idx="1"/>
          </p:nvPr>
        </p:nvSpPr>
        <p:spPr/>
        <p:txBody>
          <a:bodyPr>
            <a:normAutofit/>
          </a:bodyPr>
          <a:lstStyle/>
          <a:p>
            <a:r>
              <a:rPr lang="vi-VN"/>
              <a:t>Bước 1: </a:t>
            </a:r>
            <a:r>
              <a:rPr lang="vi-VN">
                <a:solidFill>
                  <a:srgbClr val="0000FF"/>
                </a:solidFill>
              </a:rPr>
              <a:t>Khởi động môi trường lập trình</a:t>
            </a:r>
            <a:r>
              <a:rPr lang="vi-VN"/>
              <a:t>. </a:t>
            </a:r>
            <a:endParaRPr lang="en-US"/>
          </a:p>
          <a:p>
            <a:pPr lvl="1"/>
            <a:r>
              <a:rPr lang="vi-VN"/>
              <a:t>Microsoft Visual Studio 2010 </a:t>
            </a:r>
            <a:endParaRPr lang="en-US"/>
          </a:p>
          <a:p>
            <a:r>
              <a:rPr lang="vi-VN"/>
              <a:t>Bước 2: </a:t>
            </a:r>
            <a:r>
              <a:rPr lang="vi-VN">
                <a:solidFill>
                  <a:srgbClr val="0000FF"/>
                </a:solidFill>
              </a:rPr>
              <a:t>Viết chương trình</a:t>
            </a:r>
            <a:r>
              <a:rPr lang="vi-VN"/>
              <a:t>.</a:t>
            </a:r>
          </a:p>
          <a:p>
            <a:pPr lvl="1"/>
            <a:r>
              <a:rPr lang="vi-VN"/>
              <a:t>Tạo project mới:</a:t>
            </a:r>
          </a:p>
          <a:p>
            <a:pPr lvl="2"/>
            <a:r>
              <a:rPr lang="vi-VN"/>
              <a:t>File→New Project→Win32 Console Application </a:t>
            </a:r>
            <a:endParaRPr lang="en-US"/>
          </a:p>
          <a:p>
            <a:pPr lvl="2"/>
            <a:r>
              <a:rPr lang="vi-VN"/>
              <a:t>chọn thư mục lưu trữ và đặt tên project.</a:t>
            </a:r>
          </a:p>
          <a:p>
            <a:pPr lvl="1"/>
            <a:r>
              <a:rPr lang="vi-VN"/>
              <a:t>Thêm vào project một file mới:</a:t>
            </a:r>
          </a:p>
          <a:p>
            <a:pPr lvl="2"/>
            <a:r>
              <a:rPr lang="vi-VN"/>
              <a:t>Project→Add New Item→C++ File (.cpp) </a:t>
            </a:r>
            <a:endParaRPr lang="en-US"/>
          </a:p>
          <a:p>
            <a:pPr lvl="2"/>
            <a:r>
              <a:rPr lang="vi-VN"/>
              <a:t>đặt tên file.</a:t>
            </a:r>
          </a:p>
          <a:p>
            <a:pPr lvl="1"/>
            <a:r>
              <a:rPr lang="vi-VN"/>
              <a:t>Gõ vào source code.</a:t>
            </a:r>
          </a:p>
          <a:p>
            <a:r>
              <a:rPr lang="vi-VN"/>
              <a:t>Bước 3: </a:t>
            </a:r>
            <a:r>
              <a:rPr lang="vi-VN">
                <a:solidFill>
                  <a:srgbClr val="0000FF"/>
                </a:solidFill>
              </a:rPr>
              <a:t>Biên dịch và thực thi chương trình</a:t>
            </a:r>
            <a:r>
              <a:rPr lang="vi-VN"/>
              <a:t>.</a:t>
            </a:r>
          </a:p>
          <a:p>
            <a:pPr lvl="1"/>
            <a:r>
              <a:rPr lang="vi-VN"/>
              <a:t>Biên dịch: Ctrl + F7</a:t>
            </a:r>
          </a:p>
          <a:p>
            <a:pPr lvl="1"/>
            <a:r>
              <a:rPr lang="vi-VN"/>
              <a:t>Thực thi: Ctrl + F5</a:t>
            </a:r>
          </a:p>
        </p:txBody>
      </p:sp>
      <p:sp>
        <p:nvSpPr>
          <p:cNvPr id="3" name="Footer Placeholder 2">
            <a:extLst>
              <a:ext uri="{FF2B5EF4-FFF2-40B4-BE49-F238E27FC236}">
                <a16:creationId xmlns:a16="http://schemas.microsoft.com/office/drawing/2014/main" id="{194C9748-95CC-46F9-900C-DB24373D0B1B}"/>
              </a:ext>
            </a:extLst>
          </p:cNvPr>
          <p:cNvSpPr>
            <a:spLocks noGrp="1"/>
          </p:cNvSpPr>
          <p:nvPr>
            <p:ph type="ftr" sz="quarter" idx="11"/>
          </p:nvPr>
        </p:nvSpPr>
        <p:spPr/>
        <p:txBody>
          <a:bodyPr/>
          <a:lstStyle/>
          <a:p>
            <a:r>
              <a:rPr lang="vi-VN"/>
              <a:t>Cơ sở lập trình - Giới thiệu về lập trình</a:t>
            </a:r>
            <a:endParaRPr lang="en-US"/>
          </a:p>
        </p:txBody>
      </p:sp>
      <p:sp>
        <p:nvSpPr>
          <p:cNvPr id="5" name="Slide Number Placeholder 4">
            <a:extLst>
              <a:ext uri="{FF2B5EF4-FFF2-40B4-BE49-F238E27FC236}">
                <a16:creationId xmlns:a16="http://schemas.microsoft.com/office/drawing/2014/main" id="{FC18E0E3-BDA2-4E8B-B6C1-255694E5339A}"/>
              </a:ext>
            </a:extLst>
          </p:cNvPr>
          <p:cNvSpPr>
            <a:spLocks noGrp="1"/>
          </p:cNvSpPr>
          <p:nvPr>
            <p:ph type="sldNum" sz="quarter" idx="12"/>
          </p:nvPr>
        </p:nvSpPr>
        <p:spPr/>
        <p:txBody>
          <a:bodyPr/>
          <a:lstStyle/>
          <a:p>
            <a:fld id="{45CA964B-B8B5-4404-ADB9-CBB2121E234F}" type="slidenum">
              <a:rPr lang="en-US" smtClean="0"/>
              <a:t>38</a:t>
            </a:fld>
            <a:endParaRPr lang="en-US"/>
          </a:p>
        </p:txBody>
      </p:sp>
    </p:spTree>
    <p:extLst>
      <p:ext uri="{BB962C8B-B14F-4D97-AF65-F5344CB8AC3E}">
        <p14:creationId xmlns:p14="http://schemas.microsoft.com/office/powerpoint/2010/main" val="26489627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779063A-CE75-4473-91D2-C077E1B27C74}"/>
              </a:ext>
            </a:extLst>
          </p:cNvPr>
          <p:cNvSpPr>
            <a:spLocks noGrp="1"/>
          </p:cNvSpPr>
          <p:nvPr>
            <p:ph type="ftr" sz="quarter" idx="11"/>
          </p:nvPr>
        </p:nvSpPr>
        <p:spPr/>
        <p:txBody>
          <a:bodyPr/>
          <a:lstStyle/>
          <a:p>
            <a:r>
              <a:rPr lang="vi-VN"/>
              <a:t>Cơ sở lập trình - Giới thiệu về lập trình</a:t>
            </a:r>
            <a:endParaRPr lang="en-US"/>
          </a:p>
        </p:txBody>
      </p:sp>
      <p:sp>
        <p:nvSpPr>
          <p:cNvPr id="5" name="Slide Number Placeholder 4">
            <a:extLst>
              <a:ext uri="{FF2B5EF4-FFF2-40B4-BE49-F238E27FC236}">
                <a16:creationId xmlns:a16="http://schemas.microsoft.com/office/drawing/2014/main" id="{AC845FEF-8F96-442E-BD3A-7697CB237C22}"/>
              </a:ext>
            </a:extLst>
          </p:cNvPr>
          <p:cNvSpPr>
            <a:spLocks noGrp="1"/>
          </p:cNvSpPr>
          <p:nvPr>
            <p:ph type="sldNum" sz="quarter" idx="12"/>
          </p:nvPr>
        </p:nvSpPr>
        <p:spPr/>
        <p:txBody>
          <a:bodyPr/>
          <a:lstStyle/>
          <a:p>
            <a:fld id="{45CA964B-B8B5-4404-ADB9-CBB2121E234F}" type="slidenum">
              <a:rPr lang="en-US" smtClean="0"/>
              <a:t>39</a:t>
            </a:fld>
            <a:endParaRPr lang="en-US"/>
          </a:p>
        </p:txBody>
      </p:sp>
      <p:pic>
        <p:nvPicPr>
          <p:cNvPr id="8" name="Content Placeholder 7" descr="A screenshot of a cell phone&#10;&#10;Description generated with high confidence">
            <a:extLst>
              <a:ext uri="{FF2B5EF4-FFF2-40B4-BE49-F238E27FC236}">
                <a16:creationId xmlns:a16="http://schemas.microsoft.com/office/drawing/2014/main" id="{885B91D3-BAC0-4BA5-9D4B-7D361EBDCBA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6538" y="2073469"/>
            <a:ext cx="8686800" cy="2660261"/>
          </a:xfrm>
        </p:spPr>
      </p:pic>
    </p:spTree>
    <p:extLst>
      <p:ext uri="{BB962C8B-B14F-4D97-AF65-F5344CB8AC3E}">
        <p14:creationId xmlns:p14="http://schemas.microsoft.com/office/powerpoint/2010/main" val="42375989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B860035-D0B2-44C8-A60F-5F7E7CC93BB9}"/>
              </a:ext>
            </a:extLst>
          </p:cNvPr>
          <p:cNvSpPr>
            <a:spLocks noGrp="1"/>
          </p:cNvSpPr>
          <p:nvPr>
            <p:ph type="title"/>
          </p:nvPr>
        </p:nvSpPr>
        <p:spPr/>
        <p:txBody>
          <a:bodyPr/>
          <a:lstStyle/>
          <a:p>
            <a:r>
              <a:rPr lang="en-US"/>
              <a:t>Lỗi</a:t>
            </a:r>
          </a:p>
        </p:txBody>
      </p:sp>
      <p:sp>
        <p:nvSpPr>
          <p:cNvPr id="6" name="Content Placeholder 5">
            <a:extLst>
              <a:ext uri="{FF2B5EF4-FFF2-40B4-BE49-F238E27FC236}">
                <a16:creationId xmlns:a16="http://schemas.microsoft.com/office/drawing/2014/main" id="{9F9AB53D-B186-43F5-AA3C-11F25F0823F3}"/>
              </a:ext>
            </a:extLst>
          </p:cNvPr>
          <p:cNvSpPr>
            <a:spLocks noGrp="1"/>
          </p:cNvSpPr>
          <p:nvPr>
            <p:ph idx="1"/>
          </p:nvPr>
        </p:nvSpPr>
        <p:spPr/>
        <p:txBody>
          <a:bodyPr/>
          <a:lstStyle/>
          <a:p>
            <a:r>
              <a:rPr lang="vi-VN"/>
              <a:t>Lỗi do compiler phát hiện: </a:t>
            </a:r>
            <a:r>
              <a:rPr lang="vi-VN">
                <a:solidFill>
                  <a:srgbClr val="0000FF"/>
                </a:solidFill>
              </a:rPr>
              <a:t>compile-time errors</a:t>
            </a:r>
            <a:r>
              <a:rPr lang="vi-VN"/>
              <a:t>.</a:t>
            </a:r>
          </a:p>
          <a:p>
            <a:r>
              <a:rPr lang="vi-VN"/>
              <a:t>Lỗi do linker phát hiện: </a:t>
            </a:r>
            <a:r>
              <a:rPr lang="vi-VN">
                <a:solidFill>
                  <a:srgbClr val="0000FF"/>
                </a:solidFill>
              </a:rPr>
              <a:t>link-time errors</a:t>
            </a:r>
            <a:r>
              <a:rPr lang="vi-VN"/>
              <a:t>.</a:t>
            </a:r>
          </a:p>
          <a:p>
            <a:r>
              <a:rPr lang="vi-VN"/>
              <a:t>Lỗi khi chương trình thực thi: </a:t>
            </a:r>
            <a:r>
              <a:rPr lang="vi-VN">
                <a:solidFill>
                  <a:srgbClr val="0000FF"/>
                </a:solidFill>
              </a:rPr>
              <a:t>run-time errors </a:t>
            </a:r>
            <a:r>
              <a:rPr lang="vi-VN"/>
              <a:t>hoặc </a:t>
            </a:r>
            <a:r>
              <a:rPr lang="vi-VN">
                <a:solidFill>
                  <a:srgbClr val="0000FF"/>
                </a:solidFill>
              </a:rPr>
              <a:t>logic errors</a:t>
            </a:r>
            <a:r>
              <a:rPr lang="vi-VN"/>
              <a:t>.</a:t>
            </a:r>
          </a:p>
          <a:p>
            <a:endParaRPr lang="en-US"/>
          </a:p>
        </p:txBody>
      </p:sp>
      <p:sp>
        <p:nvSpPr>
          <p:cNvPr id="2" name="Footer Placeholder 1">
            <a:extLst>
              <a:ext uri="{FF2B5EF4-FFF2-40B4-BE49-F238E27FC236}">
                <a16:creationId xmlns:a16="http://schemas.microsoft.com/office/drawing/2014/main" id="{69574F44-C15E-4EB9-9538-3129B0E110FF}"/>
              </a:ext>
            </a:extLst>
          </p:cNvPr>
          <p:cNvSpPr>
            <a:spLocks noGrp="1"/>
          </p:cNvSpPr>
          <p:nvPr>
            <p:ph type="ftr" sz="quarter" idx="11"/>
          </p:nvPr>
        </p:nvSpPr>
        <p:spPr/>
        <p:txBody>
          <a:bodyPr/>
          <a:lstStyle/>
          <a:p>
            <a:r>
              <a:rPr lang="vi-VN"/>
              <a:t>Cơ sở lập trình - Giới thiệu về lập trình</a:t>
            </a:r>
            <a:endParaRPr lang="en-US"/>
          </a:p>
        </p:txBody>
      </p:sp>
      <p:sp>
        <p:nvSpPr>
          <p:cNvPr id="3" name="Slide Number Placeholder 2">
            <a:extLst>
              <a:ext uri="{FF2B5EF4-FFF2-40B4-BE49-F238E27FC236}">
                <a16:creationId xmlns:a16="http://schemas.microsoft.com/office/drawing/2014/main" id="{81E86CC0-ACC4-4ECF-AB78-EDDD5231B94E}"/>
              </a:ext>
            </a:extLst>
          </p:cNvPr>
          <p:cNvSpPr>
            <a:spLocks noGrp="1"/>
          </p:cNvSpPr>
          <p:nvPr>
            <p:ph type="sldNum" sz="quarter" idx="12"/>
          </p:nvPr>
        </p:nvSpPr>
        <p:spPr/>
        <p:txBody>
          <a:bodyPr/>
          <a:lstStyle/>
          <a:p>
            <a:fld id="{45CA964B-B8B5-4404-ADB9-CBB2121E234F}" type="slidenum">
              <a:rPr lang="en-US" smtClean="0"/>
              <a:t>40</a:t>
            </a:fld>
            <a:endParaRPr lang="en-US"/>
          </a:p>
        </p:txBody>
      </p:sp>
    </p:spTree>
    <p:extLst>
      <p:ext uri="{BB962C8B-B14F-4D97-AF65-F5344CB8AC3E}">
        <p14:creationId xmlns:p14="http://schemas.microsoft.com/office/powerpoint/2010/main" val="41860161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9051D-EF86-4AD6-A8FA-526F6161D39F}"/>
              </a:ext>
            </a:extLst>
          </p:cNvPr>
          <p:cNvSpPr>
            <a:spLocks noGrp="1"/>
          </p:cNvSpPr>
          <p:nvPr>
            <p:ph type="title"/>
          </p:nvPr>
        </p:nvSpPr>
        <p:spPr/>
        <p:txBody>
          <a:bodyPr/>
          <a:lstStyle/>
          <a:p>
            <a:r>
              <a:rPr lang="en-US"/>
              <a:t>Ví dụ một số lỗi</a:t>
            </a:r>
          </a:p>
        </p:txBody>
      </p:sp>
      <p:sp>
        <p:nvSpPr>
          <p:cNvPr id="4" name="Content Placeholder 3">
            <a:extLst>
              <a:ext uri="{FF2B5EF4-FFF2-40B4-BE49-F238E27FC236}">
                <a16:creationId xmlns:a16="http://schemas.microsoft.com/office/drawing/2014/main" id="{6EB77119-F692-483A-8F67-EA161269EDA6}"/>
              </a:ext>
            </a:extLst>
          </p:cNvPr>
          <p:cNvSpPr>
            <a:spLocks noGrp="1"/>
          </p:cNvSpPr>
          <p:nvPr>
            <p:ph idx="1"/>
          </p:nvPr>
        </p:nvSpPr>
        <p:spPr/>
        <p:txBody>
          <a:bodyPr/>
          <a:lstStyle/>
          <a:p>
            <a:r>
              <a:rPr lang="en-US"/>
              <a:t>Không </a:t>
            </a:r>
            <a:r>
              <a:rPr lang="en-US">
                <a:latin typeface="Consolas" panose="020B0609020204030204" pitchFamily="49" charset="0"/>
              </a:rPr>
              <a:t>#include</a:t>
            </a:r>
            <a:r>
              <a:rPr lang="en-US"/>
              <a:t> hoặc thiếu </a:t>
            </a:r>
            <a:r>
              <a:rPr lang="en-US">
                <a:latin typeface="Consolas" panose="020B0609020204030204" pitchFamily="49" charset="0"/>
              </a:rPr>
              <a:t>using namespace std</a:t>
            </a:r>
          </a:p>
          <a:p>
            <a:pPr marL="392112" lvl="1" indent="0">
              <a:lnSpc>
                <a:spcPct val="100000"/>
              </a:lnSpc>
              <a:spcBef>
                <a:spcPts val="0"/>
              </a:spcBef>
              <a:spcAft>
                <a:spcPts val="0"/>
              </a:spcAft>
              <a:buNone/>
            </a:pPr>
            <a:r>
              <a:rPr lang="en-US">
                <a:solidFill>
                  <a:srgbClr val="008000"/>
                </a:solidFill>
                <a:latin typeface="Consolas" panose="020B0609020204030204" pitchFamily="49" charset="0"/>
              </a:rPr>
              <a:t>//no #include here</a:t>
            </a:r>
            <a:endParaRPr lang="en-US">
              <a:solidFill>
                <a:srgbClr val="000000"/>
              </a:solidFill>
              <a:latin typeface="Consolas" panose="020B0609020204030204" pitchFamily="49" charset="0"/>
            </a:endParaRPr>
          </a:p>
          <a:p>
            <a:pPr marL="392112" lvl="1" indent="0">
              <a:lnSpc>
                <a:spcPct val="100000"/>
              </a:lnSpc>
              <a:spcBef>
                <a:spcPts val="0"/>
              </a:spcBef>
              <a:spcAft>
                <a:spcPts val="0"/>
              </a:spcAft>
              <a:buNone/>
            </a:pPr>
            <a:r>
              <a:rPr lang="en-US">
                <a:solidFill>
                  <a:srgbClr val="0000FF"/>
                </a:solidFill>
                <a:latin typeface="Consolas" panose="020B0609020204030204" pitchFamily="49" charset="0"/>
              </a:rPr>
              <a:t>int</a:t>
            </a:r>
            <a:r>
              <a:rPr lang="en-US">
                <a:solidFill>
                  <a:srgbClr val="000000"/>
                </a:solidFill>
                <a:latin typeface="Consolas" panose="020B0609020204030204" pitchFamily="49" charset="0"/>
              </a:rPr>
              <a:t> main()</a:t>
            </a:r>
          </a:p>
          <a:p>
            <a:pPr marL="392112" lvl="1" indent="0">
              <a:lnSpc>
                <a:spcPct val="100000"/>
              </a:lnSpc>
              <a:spcBef>
                <a:spcPts val="0"/>
              </a:spcBef>
              <a:spcAft>
                <a:spcPts val="0"/>
              </a:spcAft>
              <a:buNone/>
            </a:pPr>
            <a:r>
              <a:rPr lang="en-US">
                <a:solidFill>
                  <a:srgbClr val="000000"/>
                </a:solidFill>
                <a:latin typeface="Consolas" panose="020B0609020204030204" pitchFamily="49" charset="0"/>
              </a:rPr>
              <a:t>{</a:t>
            </a:r>
          </a:p>
          <a:p>
            <a:pPr marL="392112" lvl="1" indent="0">
              <a:lnSpc>
                <a:spcPct val="100000"/>
              </a:lnSpc>
              <a:spcBef>
                <a:spcPts val="0"/>
              </a:spcBef>
              <a:spcAft>
                <a:spcPts val="0"/>
              </a:spcAft>
              <a:buNone/>
            </a:pPr>
            <a:r>
              <a:rPr lang="en-US">
                <a:solidFill>
                  <a:srgbClr val="000000"/>
                </a:solidFill>
                <a:latin typeface="Consolas" panose="020B0609020204030204" pitchFamily="49" charset="0"/>
              </a:rPr>
              <a:t>    cout </a:t>
            </a:r>
            <a:r>
              <a:rPr lang="en-US">
                <a:solidFill>
                  <a:srgbClr val="008080"/>
                </a:solidFill>
                <a:latin typeface="Consolas" panose="020B0609020204030204" pitchFamily="49" charset="0"/>
              </a:rPr>
              <a:t>&lt;&lt;</a:t>
            </a:r>
            <a:r>
              <a:rPr lang="en-US">
                <a:solidFill>
                  <a:srgbClr val="000000"/>
                </a:solidFill>
                <a:latin typeface="Consolas" panose="020B0609020204030204" pitchFamily="49" charset="0"/>
              </a:rPr>
              <a:t> </a:t>
            </a:r>
            <a:r>
              <a:rPr lang="en-US">
                <a:solidFill>
                  <a:srgbClr val="A31515"/>
                </a:solidFill>
                <a:latin typeface="Consolas" panose="020B0609020204030204" pitchFamily="49" charset="0"/>
              </a:rPr>
              <a:t>"Hello, world!\n"</a:t>
            </a:r>
            <a:r>
              <a:rPr lang="en-US">
                <a:solidFill>
                  <a:srgbClr val="000000"/>
                </a:solidFill>
                <a:latin typeface="Consolas" panose="020B0609020204030204" pitchFamily="49" charset="0"/>
              </a:rPr>
              <a:t>;</a:t>
            </a:r>
          </a:p>
          <a:p>
            <a:pPr marL="392112" lvl="1" indent="0">
              <a:lnSpc>
                <a:spcPct val="100000"/>
              </a:lnSpc>
              <a:spcBef>
                <a:spcPts val="0"/>
              </a:spcBef>
              <a:spcAft>
                <a:spcPts val="0"/>
              </a:spcAft>
              <a:buNone/>
            </a:pP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return</a:t>
            </a:r>
            <a:r>
              <a:rPr lang="en-US">
                <a:solidFill>
                  <a:srgbClr val="000000"/>
                </a:solidFill>
                <a:latin typeface="Consolas" panose="020B0609020204030204" pitchFamily="49" charset="0"/>
              </a:rPr>
              <a:t> 0;</a:t>
            </a:r>
          </a:p>
          <a:p>
            <a:pPr marL="392112" lvl="1" indent="0">
              <a:lnSpc>
                <a:spcPct val="100000"/>
              </a:lnSpc>
              <a:spcBef>
                <a:spcPts val="0"/>
              </a:spcBef>
              <a:spcAft>
                <a:spcPts val="0"/>
              </a:spcAft>
              <a:buNone/>
            </a:pPr>
            <a:r>
              <a:rPr lang="en-US">
                <a:solidFill>
                  <a:srgbClr val="000000"/>
                </a:solidFill>
                <a:latin typeface="Consolas" panose="020B0609020204030204" pitchFamily="49" charset="0"/>
              </a:rPr>
              <a:t>}</a:t>
            </a:r>
            <a:br>
              <a:rPr lang="en-US">
                <a:solidFill>
                  <a:srgbClr val="000000"/>
                </a:solidFill>
                <a:latin typeface="Consolas" panose="020B0609020204030204" pitchFamily="49" charset="0"/>
              </a:rPr>
            </a:br>
            <a:r>
              <a:rPr lang="en-US">
                <a:solidFill>
                  <a:srgbClr val="000000"/>
                </a:solidFill>
                <a:latin typeface="Consolas" panose="020B0609020204030204" pitchFamily="49" charset="0"/>
                <a:sym typeface="Symbol" panose="05050102010706020507" pitchFamily="18" charset="2"/>
              </a:rPr>
              <a:t> </a:t>
            </a:r>
            <a:r>
              <a:rPr lang="en-US">
                <a:solidFill>
                  <a:srgbClr val="000000"/>
                </a:solidFill>
                <a:latin typeface="Consolas" panose="020B0609020204030204" pitchFamily="49" charset="0"/>
              </a:rPr>
              <a:t>error: 'cout' : undeclared identifier</a:t>
            </a:r>
            <a:endParaRPr lang="en-US"/>
          </a:p>
          <a:p>
            <a:endParaRPr lang="en-US"/>
          </a:p>
          <a:p>
            <a:endParaRPr lang="en-US"/>
          </a:p>
        </p:txBody>
      </p:sp>
      <p:sp>
        <p:nvSpPr>
          <p:cNvPr id="3" name="Footer Placeholder 2">
            <a:extLst>
              <a:ext uri="{FF2B5EF4-FFF2-40B4-BE49-F238E27FC236}">
                <a16:creationId xmlns:a16="http://schemas.microsoft.com/office/drawing/2014/main" id="{DDB5522A-E2BD-4B25-9753-072CAE0CE47C}"/>
              </a:ext>
            </a:extLst>
          </p:cNvPr>
          <p:cNvSpPr>
            <a:spLocks noGrp="1"/>
          </p:cNvSpPr>
          <p:nvPr>
            <p:ph type="ftr" sz="quarter" idx="11"/>
          </p:nvPr>
        </p:nvSpPr>
        <p:spPr/>
        <p:txBody>
          <a:bodyPr/>
          <a:lstStyle/>
          <a:p>
            <a:r>
              <a:rPr lang="vi-VN"/>
              <a:t>Cơ sở lập trình - Giới thiệu về lập trình</a:t>
            </a:r>
            <a:endParaRPr lang="en-US"/>
          </a:p>
        </p:txBody>
      </p:sp>
      <p:sp>
        <p:nvSpPr>
          <p:cNvPr id="5" name="Slide Number Placeholder 4">
            <a:extLst>
              <a:ext uri="{FF2B5EF4-FFF2-40B4-BE49-F238E27FC236}">
                <a16:creationId xmlns:a16="http://schemas.microsoft.com/office/drawing/2014/main" id="{7C6F81D7-29D6-4275-ADBE-040928E8E309}"/>
              </a:ext>
            </a:extLst>
          </p:cNvPr>
          <p:cNvSpPr>
            <a:spLocks noGrp="1"/>
          </p:cNvSpPr>
          <p:nvPr>
            <p:ph type="sldNum" sz="quarter" idx="12"/>
          </p:nvPr>
        </p:nvSpPr>
        <p:spPr/>
        <p:txBody>
          <a:bodyPr/>
          <a:lstStyle/>
          <a:p>
            <a:fld id="{45CA964B-B8B5-4404-ADB9-CBB2121E234F}" type="slidenum">
              <a:rPr lang="en-US" smtClean="0"/>
              <a:t>41</a:t>
            </a:fld>
            <a:endParaRPr lang="en-US"/>
          </a:p>
        </p:txBody>
      </p:sp>
    </p:spTree>
    <p:extLst>
      <p:ext uri="{BB962C8B-B14F-4D97-AF65-F5344CB8AC3E}">
        <p14:creationId xmlns:p14="http://schemas.microsoft.com/office/powerpoint/2010/main" val="20450824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7139794-976E-4C33-9472-E925611B10AD}"/>
              </a:ext>
            </a:extLst>
          </p:cNvPr>
          <p:cNvSpPr>
            <a:spLocks noGrp="1"/>
          </p:cNvSpPr>
          <p:nvPr>
            <p:ph type="ftr" sz="quarter" idx="11"/>
          </p:nvPr>
        </p:nvSpPr>
        <p:spPr/>
        <p:txBody>
          <a:bodyPr/>
          <a:lstStyle/>
          <a:p>
            <a:r>
              <a:rPr lang="vi-VN"/>
              <a:t>Cơ sở lập trình - Giới thiệu về lập trình</a:t>
            </a:r>
            <a:endParaRPr lang="en-US"/>
          </a:p>
        </p:txBody>
      </p:sp>
      <p:sp>
        <p:nvSpPr>
          <p:cNvPr id="5" name="Slide Number Placeholder 4">
            <a:extLst>
              <a:ext uri="{FF2B5EF4-FFF2-40B4-BE49-F238E27FC236}">
                <a16:creationId xmlns:a16="http://schemas.microsoft.com/office/drawing/2014/main" id="{3F2C67C2-2779-4476-96E7-B41F04274F78}"/>
              </a:ext>
            </a:extLst>
          </p:cNvPr>
          <p:cNvSpPr>
            <a:spLocks noGrp="1"/>
          </p:cNvSpPr>
          <p:nvPr>
            <p:ph type="sldNum" sz="quarter" idx="12"/>
          </p:nvPr>
        </p:nvSpPr>
        <p:spPr/>
        <p:txBody>
          <a:bodyPr/>
          <a:lstStyle/>
          <a:p>
            <a:fld id="{45CA964B-B8B5-4404-ADB9-CBB2121E234F}" type="slidenum">
              <a:rPr lang="en-US" smtClean="0"/>
              <a:t>42</a:t>
            </a:fld>
            <a:endParaRPr lang="en-US"/>
          </a:p>
        </p:txBody>
      </p:sp>
      <p:sp>
        <p:nvSpPr>
          <p:cNvPr id="6" name="Content Placeholder 5">
            <a:extLst>
              <a:ext uri="{FF2B5EF4-FFF2-40B4-BE49-F238E27FC236}">
                <a16:creationId xmlns:a16="http://schemas.microsoft.com/office/drawing/2014/main" id="{72B6B54C-0D18-4EA8-9912-8EBA607CAFC3}"/>
              </a:ext>
            </a:extLst>
          </p:cNvPr>
          <p:cNvSpPr>
            <a:spLocks noGrp="1"/>
          </p:cNvSpPr>
          <p:nvPr>
            <p:ph idx="1"/>
          </p:nvPr>
        </p:nvSpPr>
        <p:spPr/>
        <p:txBody>
          <a:bodyPr/>
          <a:lstStyle/>
          <a:p>
            <a:r>
              <a:rPr lang="en-US"/>
              <a:t>Gõ sai iostram</a:t>
            </a:r>
          </a:p>
          <a:p>
            <a:pPr marL="392112" lvl="1" indent="0">
              <a:lnSpc>
                <a:spcPct val="100000"/>
              </a:lnSpc>
              <a:spcBef>
                <a:spcPts val="0"/>
              </a:spcBef>
              <a:spcAft>
                <a:spcPts val="0"/>
              </a:spcAft>
              <a:buNone/>
            </a:pPr>
            <a:r>
              <a:rPr lang="en-US">
                <a:solidFill>
                  <a:srgbClr val="808080"/>
                </a:solidFill>
                <a:latin typeface="Consolas" panose="020B0609020204030204" pitchFamily="49" charset="0"/>
              </a:rPr>
              <a:t>#include</a:t>
            </a:r>
            <a:r>
              <a:rPr lang="en-US">
                <a:solidFill>
                  <a:srgbClr val="000000"/>
                </a:solidFill>
                <a:latin typeface="Consolas" panose="020B0609020204030204" pitchFamily="49" charset="0"/>
              </a:rPr>
              <a:t> </a:t>
            </a:r>
            <a:r>
              <a:rPr lang="en-US">
                <a:solidFill>
                  <a:srgbClr val="A31515"/>
                </a:solidFill>
                <a:latin typeface="Consolas" panose="020B0609020204030204" pitchFamily="49" charset="0"/>
              </a:rPr>
              <a:t>&lt;iostram&gt;</a:t>
            </a:r>
            <a:endParaRPr lang="en-US">
              <a:solidFill>
                <a:srgbClr val="000000"/>
              </a:solidFill>
              <a:latin typeface="Consolas" panose="020B0609020204030204" pitchFamily="49" charset="0"/>
            </a:endParaRPr>
          </a:p>
          <a:p>
            <a:pPr marL="392112" lvl="1" indent="0">
              <a:lnSpc>
                <a:spcPct val="100000"/>
              </a:lnSpc>
              <a:spcBef>
                <a:spcPts val="0"/>
              </a:spcBef>
              <a:spcAft>
                <a:spcPts val="0"/>
              </a:spcAft>
              <a:buNone/>
            </a:pPr>
            <a:r>
              <a:rPr lang="en-US">
                <a:solidFill>
                  <a:srgbClr val="0000FF"/>
                </a:solidFill>
                <a:latin typeface="Consolas" panose="020B0609020204030204" pitchFamily="49" charset="0"/>
              </a:rPr>
              <a:t>using</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namespace</a:t>
            </a:r>
            <a:r>
              <a:rPr lang="en-US">
                <a:solidFill>
                  <a:srgbClr val="000000"/>
                </a:solidFill>
                <a:latin typeface="Consolas" panose="020B0609020204030204" pitchFamily="49" charset="0"/>
              </a:rPr>
              <a:t> std;</a:t>
            </a:r>
          </a:p>
          <a:p>
            <a:pPr marL="392112" lvl="1" indent="0">
              <a:lnSpc>
                <a:spcPct val="100000"/>
              </a:lnSpc>
              <a:spcBef>
                <a:spcPts val="0"/>
              </a:spcBef>
              <a:spcAft>
                <a:spcPts val="0"/>
              </a:spcAft>
              <a:buNone/>
            </a:pPr>
            <a:r>
              <a:rPr lang="en-US">
                <a:solidFill>
                  <a:srgbClr val="0000FF"/>
                </a:solidFill>
                <a:latin typeface="Consolas" panose="020B0609020204030204" pitchFamily="49" charset="0"/>
              </a:rPr>
              <a:t>int</a:t>
            </a:r>
            <a:r>
              <a:rPr lang="en-US">
                <a:solidFill>
                  <a:srgbClr val="000000"/>
                </a:solidFill>
                <a:latin typeface="Consolas" panose="020B0609020204030204" pitchFamily="49" charset="0"/>
              </a:rPr>
              <a:t> main()</a:t>
            </a:r>
          </a:p>
          <a:p>
            <a:pPr marL="392112" lvl="1" indent="0">
              <a:lnSpc>
                <a:spcPct val="100000"/>
              </a:lnSpc>
              <a:spcBef>
                <a:spcPts val="0"/>
              </a:spcBef>
              <a:spcAft>
                <a:spcPts val="0"/>
              </a:spcAft>
              <a:buNone/>
            </a:pPr>
            <a:r>
              <a:rPr lang="en-US">
                <a:solidFill>
                  <a:srgbClr val="000000"/>
                </a:solidFill>
                <a:latin typeface="Consolas" panose="020B0609020204030204" pitchFamily="49" charset="0"/>
              </a:rPr>
              <a:t>{</a:t>
            </a:r>
          </a:p>
          <a:p>
            <a:pPr marL="392112" lvl="1" indent="0">
              <a:lnSpc>
                <a:spcPct val="100000"/>
              </a:lnSpc>
              <a:spcBef>
                <a:spcPts val="0"/>
              </a:spcBef>
              <a:spcAft>
                <a:spcPts val="0"/>
              </a:spcAft>
              <a:buNone/>
            </a:pPr>
            <a:r>
              <a:rPr lang="en-US">
                <a:solidFill>
                  <a:srgbClr val="000000"/>
                </a:solidFill>
                <a:latin typeface="Consolas" panose="020B0609020204030204" pitchFamily="49" charset="0"/>
              </a:rPr>
              <a:t>    cout </a:t>
            </a:r>
            <a:r>
              <a:rPr lang="en-US">
                <a:solidFill>
                  <a:srgbClr val="008080"/>
                </a:solidFill>
                <a:latin typeface="Consolas" panose="020B0609020204030204" pitchFamily="49" charset="0"/>
              </a:rPr>
              <a:t>&lt;&lt;</a:t>
            </a:r>
            <a:r>
              <a:rPr lang="en-US">
                <a:solidFill>
                  <a:srgbClr val="000000"/>
                </a:solidFill>
                <a:latin typeface="Consolas" panose="020B0609020204030204" pitchFamily="49" charset="0"/>
              </a:rPr>
              <a:t> </a:t>
            </a:r>
            <a:r>
              <a:rPr lang="en-US">
                <a:solidFill>
                  <a:srgbClr val="A31515"/>
                </a:solidFill>
                <a:latin typeface="Consolas" panose="020B0609020204030204" pitchFamily="49" charset="0"/>
              </a:rPr>
              <a:t>"Hello, world!\n"</a:t>
            </a:r>
            <a:r>
              <a:rPr lang="en-US">
                <a:solidFill>
                  <a:srgbClr val="000000"/>
                </a:solidFill>
                <a:latin typeface="Consolas" panose="020B0609020204030204" pitchFamily="49" charset="0"/>
              </a:rPr>
              <a:t>;</a:t>
            </a:r>
          </a:p>
          <a:p>
            <a:pPr marL="392112" lvl="1" indent="0">
              <a:lnSpc>
                <a:spcPct val="100000"/>
              </a:lnSpc>
              <a:spcBef>
                <a:spcPts val="0"/>
              </a:spcBef>
              <a:spcAft>
                <a:spcPts val="0"/>
              </a:spcAft>
              <a:buNone/>
            </a:pP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return</a:t>
            </a:r>
            <a:r>
              <a:rPr lang="en-US">
                <a:solidFill>
                  <a:srgbClr val="000000"/>
                </a:solidFill>
                <a:latin typeface="Consolas" panose="020B0609020204030204" pitchFamily="49" charset="0"/>
              </a:rPr>
              <a:t> 0;</a:t>
            </a:r>
          </a:p>
          <a:p>
            <a:pPr marL="392112" lvl="1" indent="0">
              <a:lnSpc>
                <a:spcPct val="100000"/>
              </a:lnSpc>
              <a:spcBef>
                <a:spcPts val="0"/>
              </a:spcBef>
              <a:spcAft>
                <a:spcPts val="0"/>
              </a:spcAft>
              <a:buNone/>
            </a:pPr>
            <a:r>
              <a:rPr lang="en-US">
                <a:solidFill>
                  <a:srgbClr val="000000"/>
                </a:solidFill>
                <a:latin typeface="Consolas" panose="020B0609020204030204" pitchFamily="49" charset="0"/>
              </a:rPr>
              <a:t>}</a:t>
            </a:r>
          </a:p>
          <a:p>
            <a:pPr marL="392112" lvl="1" indent="0">
              <a:lnSpc>
                <a:spcPct val="100000"/>
              </a:lnSpc>
              <a:spcBef>
                <a:spcPts val="0"/>
              </a:spcBef>
              <a:spcAft>
                <a:spcPts val="0"/>
              </a:spcAft>
              <a:buNone/>
            </a:pPr>
            <a:r>
              <a:rPr lang="en-US">
                <a:solidFill>
                  <a:srgbClr val="000000"/>
                </a:solidFill>
                <a:latin typeface="Consolas" panose="020B0609020204030204" pitchFamily="49" charset="0"/>
                <a:sym typeface="Symbol" panose="05050102010706020507" pitchFamily="18" charset="2"/>
              </a:rPr>
              <a:t> </a:t>
            </a:r>
            <a:r>
              <a:rPr lang="en-US">
                <a:latin typeface="Consolas" panose="020B0609020204030204" pitchFamily="49" charset="0"/>
              </a:rPr>
              <a:t>error: Cannot open include file: 'iostram': No such file or directory</a:t>
            </a:r>
          </a:p>
          <a:p>
            <a:pPr marL="392112" lvl="1" indent="0">
              <a:lnSpc>
                <a:spcPct val="100000"/>
              </a:lnSpc>
              <a:spcBef>
                <a:spcPts val="0"/>
              </a:spcBef>
              <a:spcAft>
                <a:spcPts val="0"/>
              </a:spcAft>
              <a:buNone/>
            </a:pPr>
            <a:r>
              <a:rPr lang="en-US">
                <a:solidFill>
                  <a:srgbClr val="000000"/>
                </a:solidFill>
                <a:latin typeface="Consolas" panose="020B0609020204030204" pitchFamily="49" charset="0"/>
                <a:sym typeface="Symbol" panose="05050102010706020507" pitchFamily="18" charset="2"/>
              </a:rPr>
              <a:t> </a:t>
            </a:r>
            <a:r>
              <a:rPr lang="en-US">
                <a:latin typeface="Consolas" panose="020B0609020204030204" pitchFamily="49" charset="0"/>
              </a:rPr>
              <a:t>error: 'cout' : undeclared identifier</a:t>
            </a:r>
          </a:p>
          <a:p>
            <a:pPr marL="392112" lvl="1" indent="0">
              <a:lnSpc>
                <a:spcPct val="100000"/>
              </a:lnSpc>
              <a:spcBef>
                <a:spcPts val="0"/>
              </a:spcBef>
              <a:spcAft>
                <a:spcPts val="0"/>
              </a:spcAft>
              <a:buNone/>
            </a:pPr>
            <a:endParaRPr lang="en-US"/>
          </a:p>
          <a:p>
            <a:endParaRPr lang="en-US"/>
          </a:p>
        </p:txBody>
      </p:sp>
    </p:spTree>
    <p:extLst>
      <p:ext uri="{BB962C8B-B14F-4D97-AF65-F5344CB8AC3E}">
        <p14:creationId xmlns:p14="http://schemas.microsoft.com/office/powerpoint/2010/main" val="39271941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6D30844-83BF-4751-95C8-A09A78ED786C}"/>
              </a:ext>
            </a:extLst>
          </p:cNvPr>
          <p:cNvSpPr>
            <a:spLocks noGrp="1"/>
          </p:cNvSpPr>
          <p:nvPr>
            <p:ph type="ftr" sz="quarter" idx="11"/>
          </p:nvPr>
        </p:nvSpPr>
        <p:spPr/>
        <p:txBody>
          <a:bodyPr/>
          <a:lstStyle/>
          <a:p>
            <a:r>
              <a:rPr lang="vi-VN"/>
              <a:t>Cơ sở lập trình - Giới thiệu về lập trình</a:t>
            </a:r>
            <a:endParaRPr lang="en-US"/>
          </a:p>
        </p:txBody>
      </p:sp>
      <p:sp>
        <p:nvSpPr>
          <p:cNvPr id="3" name="Slide Number Placeholder 2">
            <a:extLst>
              <a:ext uri="{FF2B5EF4-FFF2-40B4-BE49-F238E27FC236}">
                <a16:creationId xmlns:a16="http://schemas.microsoft.com/office/drawing/2014/main" id="{581D672D-F522-4AAE-9B8B-6E7B653B00F8}"/>
              </a:ext>
            </a:extLst>
          </p:cNvPr>
          <p:cNvSpPr>
            <a:spLocks noGrp="1"/>
          </p:cNvSpPr>
          <p:nvPr>
            <p:ph type="sldNum" sz="quarter" idx="12"/>
          </p:nvPr>
        </p:nvSpPr>
        <p:spPr/>
        <p:txBody>
          <a:bodyPr/>
          <a:lstStyle/>
          <a:p>
            <a:fld id="{45CA964B-B8B5-4404-ADB9-CBB2121E234F}" type="slidenum">
              <a:rPr lang="en-US" smtClean="0"/>
              <a:t>43</a:t>
            </a:fld>
            <a:endParaRPr lang="en-US"/>
          </a:p>
        </p:txBody>
      </p:sp>
      <p:sp>
        <p:nvSpPr>
          <p:cNvPr id="4" name="Content Placeholder 3">
            <a:extLst>
              <a:ext uri="{FF2B5EF4-FFF2-40B4-BE49-F238E27FC236}">
                <a16:creationId xmlns:a16="http://schemas.microsoft.com/office/drawing/2014/main" id="{4DDC776E-D905-4FB0-B395-546E9AD12AE4}"/>
              </a:ext>
            </a:extLst>
          </p:cNvPr>
          <p:cNvSpPr>
            <a:spLocks noGrp="1"/>
          </p:cNvSpPr>
          <p:nvPr>
            <p:ph idx="1"/>
          </p:nvPr>
        </p:nvSpPr>
        <p:spPr/>
        <p:txBody>
          <a:bodyPr/>
          <a:lstStyle/>
          <a:p>
            <a:r>
              <a:rPr lang="en-US"/>
              <a:t>Thiếu dấu nháy đôi kết thúc chuỗi</a:t>
            </a:r>
          </a:p>
          <a:p>
            <a:pPr marL="392112" lvl="1" indent="0">
              <a:lnSpc>
                <a:spcPct val="100000"/>
              </a:lnSpc>
              <a:spcBef>
                <a:spcPts val="0"/>
              </a:spcBef>
              <a:spcAft>
                <a:spcPts val="0"/>
              </a:spcAft>
              <a:buNone/>
            </a:pPr>
            <a:r>
              <a:rPr lang="en-US">
                <a:solidFill>
                  <a:srgbClr val="808080"/>
                </a:solidFill>
                <a:latin typeface="Consolas" panose="020B0609020204030204" pitchFamily="49" charset="0"/>
              </a:rPr>
              <a:t>#include</a:t>
            </a:r>
            <a:r>
              <a:rPr lang="en-US">
                <a:solidFill>
                  <a:srgbClr val="000000"/>
                </a:solidFill>
                <a:latin typeface="Consolas" panose="020B0609020204030204" pitchFamily="49" charset="0"/>
              </a:rPr>
              <a:t> </a:t>
            </a:r>
            <a:r>
              <a:rPr lang="en-US">
                <a:solidFill>
                  <a:srgbClr val="A31515"/>
                </a:solidFill>
                <a:latin typeface="Consolas" panose="020B0609020204030204" pitchFamily="49" charset="0"/>
              </a:rPr>
              <a:t>&lt;iostream&gt;</a:t>
            </a:r>
            <a:endParaRPr lang="en-US">
              <a:solidFill>
                <a:srgbClr val="000000"/>
              </a:solidFill>
              <a:latin typeface="Consolas" panose="020B0609020204030204" pitchFamily="49" charset="0"/>
            </a:endParaRPr>
          </a:p>
          <a:p>
            <a:pPr marL="392112" lvl="1" indent="0">
              <a:lnSpc>
                <a:spcPct val="100000"/>
              </a:lnSpc>
              <a:spcBef>
                <a:spcPts val="0"/>
              </a:spcBef>
              <a:spcAft>
                <a:spcPts val="0"/>
              </a:spcAft>
              <a:buNone/>
            </a:pPr>
            <a:r>
              <a:rPr lang="en-US">
                <a:solidFill>
                  <a:srgbClr val="0000FF"/>
                </a:solidFill>
                <a:latin typeface="Consolas" panose="020B0609020204030204" pitchFamily="49" charset="0"/>
              </a:rPr>
              <a:t>using</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namespace</a:t>
            </a:r>
            <a:r>
              <a:rPr lang="en-US">
                <a:solidFill>
                  <a:srgbClr val="000000"/>
                </a:solidFill>
                <a:latin typeface="Consolas" panose="020B0609020204030204" pitchFamily="49" charset="0"/>
              </a:rPr>
              <a:t> std;</a:t>
            </a:r>
          </a:p>
          <a:p>
            <a:pPr marL="392112" lvl="1" indent="0">
              <a:lnSpc>
                <a:spcPct val="100000"/>
              </a:lnSpc>
              <a:spcBef>
                <a:spcPts val="0"/>
              </a:spcBef>
              <a:spcAft>
                <a:spcPts val="0"/>
              </a:spcAft>
              <a:buNone/>
            </a:pPr>
            <a:r>
              <a:rPr lang="en-US">
                <a:solidFill>
                  <a:srgbClr val="0000FF"/>
                </a:solidFill>
                <a:latin typeface="Consolas" panose="020B0609020204030204" pitchFamily="49" charset="0"/>
              </a:rPr>
              <a:t>int</a:t>
            </a:r>
            <a:r>
              <a:rPr lang="en-US">
                <a:solidFill>
                  <a:srgbClr val="000000"/>
                </a:solidFill>
                <a:latin typeface="Consolas" panose="020B0609020204030204" pitchFamily="49" charset="0"/>
              </a:rPr>
              <a:t> main()</a:t>
            </a:r>
          </a:p>
          <a:p>
            <a:pPr marL="392112" lvl="1" indent="0">
              <a:lnSpc>
                <a:spcPct val="100000"/>
              </a:lnSpc>
              <a:spcBef>
                <a:spcPts val="0"/>
              </a:spcBef>
              <a:spcAft>
                <a:spcPts val="0"/>
              </a:spcAft>
              <a:buNone/>
            </a:pPr>
            <a:r>
              <a:rPr lang="en-US">
                <a:solidFill>
                  <a:srgbClr val="000000"/>
                </a:solidFill>
                <a:latin typeface="Consolas" panose="020B0609020204030204" pitchFamily="49" charset="0"/>
              </a:rPr>
              <a:t>{</a:t>
            </a:r>
          </a:p>
          <a:p>
            <a:pPr marL="392112" lvl="1" indent="0">
              <a:lnSpc>
                <a:spcPct val="100000"/>
              </a:lnSpc>
              <a:spcBef>
                <a:spcPts val="0"/>
              </a:spcBef>
              <a:spcAft>
                <a:spcPts val="0"/>
              </a:spcAft>
              <a:buNone/>
            </a:pPr>
            <a:r>
              <a:rPr lang="en-US">
                <a:solidFill>
                  <a:srgbClr val="000000"/>
                </a:solidFill>
                <a:latin typeface="Consolas" panose="020B0609020204030204" pitchFamily="49" charset="0"/>
              </a:rPr>
              <a:t>    cout &lt;&lt; </a:t>
            </a:r>
            <a:r>
              <a:rPr lang="en-US">
                <a:solidFill>
                  <a:srgbClr val="A31515"/>
                </a:solidFill>
                <a:latin typeface="Consolas" panose="020B0609020204030204" pitchFamily="49" charset="0"/>
              </a:rPr>
              <a:t>"Hello, world!\n;</a:t>
            </a:r>
            <a:endParaRPr lang="en-US">
              <a:solidFill>
                <a:srgbClr val="000000"/>
              </a:solidFill>
              <a:latin typeface="Consolas" panose="020B0609020204030204" pitchFamily="49" charset="0"/>
            </a:endParaRPr>
          </a:p>
          <a:p>
            <a:pPr marL="392112" lvl="1" indent="0">
              <a:lnSpc>
                <a:spcPct val="100000"/>
              </a:lnSpc>
              <a:spcBef>
                <a:spcPts val="0"/>
              </a:spcBef>
              <a:spcAft>
                <a:spcPts val="0"/>
              </a:spcAft>
              <a:buNone/>
            </a:pPr>
            <a:r>
              <a:rPr lang="en-US">
                <a:solidFill>
                  <a:srgbClr val="0000FF"/>
                </a:solidFill>
                <a:latin typeface="Consolas" panose="020B0609020204030204" pitchFamily="49" charset="0"/>
              </a:rPr>
              <a:t>    return</a:t>
            </a:r>
            <a:r>
              <a:rPr lang="en-US">
                <a:solidFill>
                  <a:srgbClr val="000000"/>
                </a:solidFill>
                <a:latin typeface="Consolas" panose="020B0609020204030204" pitchFamily="49" charset="0"/>
              </a:rPr>
              <a:t> 0;</a:t>
            </a:r>
          </a:p>
          <a:p>
            <a:pPr marL="392112" lvl="1" indent="0">
              <a:lnSpc>
                <a:spcPct val="100000"/>
              </a:lnSpc>
              <a:spcBef>
                <a:spcPts val="0"/>
              </a:spcBef>
              <a:spcAft>
                <a:spcPts val="0"/>
              </a:spcAft>
              <a:buNone/>
            </a:pPr>
            <a:r>
              <a:rPr lang="en-US">
                <a:solidFill>
                  <a:srgbClr val="000000"/>
                </a:solidFill>
                <a:latin typeface="Consolas" panose="020B0609020204030204" pitchFamily="49" charset="0"/>
              </a:rPr>
              <a:t>}</a:t>
            </a:r>
            <a:br>
              <a:rPr lang="en-US" sz="2800">
                <a:solidFill>
                  <a:srgbClr val="000000"/>
                </a:solidFill>
                <a:latin typeface="Consolas" panose="020B0609020204030204" pitchFamily="49" charset="0"/>
              </a:rPr>
            </a:br>
            <a:r>
              <a:rPr lang="en-US">
                <a:solidFill>
                  <a:srgbClr val="000000"/>
                </a:solidFill>
                <a:latin typeface="Consolas" panose="020B0609020204030204" pitchFamily="49" charset="0"/>
                <a:sym typeface="Symbol" panose="05050102010706020507" pitchFamily="18" charset="2"/>
              </a:rPr>
              <a:t> </a:t>
            </a:r>
            <a:r>
              <a:rPr lang="en-US">
                <a:solidFill>
                  <a:srgbClr val="000000"/>
                </a:solidFill>
                <a:latin typeface="Consolas" panose="020B0609020204030204" pitchFamily="49" charset="0"/>
              </a:rPr>
              <a:t>error: expected a ';'</a:t>
            </a:r>
            <a:endParaRPr lang="en-US"/>
          </a:p>
        </p:txBody>
      </p:sp>
    </p:spTree>
    <p:extLst>
      <p:ext uri="{BB962C8B-B14F-4D97-AF65-F5344CB8AC3E}">
        <p14:creationId xmlns:p14="http://schemas.microsoft.com/office/powerpoint/2010/main" val="5992943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FED8F77-B9C6-4087-B65A-DBD553BF0978}"/>
              </a:ext>
            </a:extLst>
          </p:cNvPr>
          <p:cNvSpPr>
            <a:spLocks noGrp="1"/>
          </p:cNvSpPr>
          <p:nvPr>
            <p:ph type="ftr" sz="quarter" idx="11"/>
          </p:nvPr>
        </p:nvSpPr>
        <p:spPr/>
        <p:txBody>
          <a:bodyPr/>
          <a:lstStyle/>
          <a:p>
            <a:r>
              <a:rPr lang="vi-VN"/>
              <a:t>Cơ sở lập trình - Giới thiệu về lập trình</a:t>
            </a:r>
            <a:endParaRPr lang="en-US"/>
          </a:p>
        </p:txBody>
      </p:sp>
      <p:sp>
        <p:nvSpPr>
          <p:cNvPr id="3" name="Slide Number Placeholder 2">
            <a:extLst>
              <a:ext uri="{FF2B5EF4-FFF2-40B4-BE49-F238E27FC236}">
                <a16:creationId xmlns:a16="http://schemas.microsoft.com/office/drawing/2014/main" id="{D42162A9-34DA-4ABB-A20A-CAD7CFEE294A}"/>
              </a:ext>
            </a:extLst>
          </p:cNvPr>
          <p:cNvSpPr>
            <a:spLocks noGrp="1"/>
          </p:cNvSpPr>
          <p:nvPr>
            <p:ph type="sldNum" sz="quarter" idx="12"/>
          </p:nvPr>
        </p:nvSpPr>
        <p:spPr/>
        <p:txBody>
          <a:bodyPr/>
          <a:lstStyle/>
          <a:p>
            <a:fld id="{45CA964B-B8B5-4404-ADB9-CBB2121E234F}" type="slidenum">
              <a:rPr lang="en-US" smtClean="0"/>
              <a:t>44</a:t>
            </a:fld>
            <a:endParaRPr lang="en-US"/>
          </a:p>
        </p:txBody>
      </p:sp>
      <p:sp>
        <p:nvSpPr>
          <p:cNvPr id="4" name="Content Placeholder 3">
            <a:extLst>
              <a:ext uri="{FF2B5EF4-FFF2-40B4-BE49-F238E27FC236}">
                <a16:creationId xmlns:a16="http://schemas.microsoft.com/office/drawing/2014/main" id="{E45BC807-5E9E-48FD-B2FE-F5F3DD85242C}"/>
              </a:ext>
            </a:extLst>
          </p:cNvPr>
          <p:cNvSpPr>
            <a:spLocks noGrp="1"/>
          </p:cNvSpPr>
          <p:nvPr>
            <p:ph idx="1"/>
          </p:nvPr>
        </p:nvSpPr>
        <p:spPr/>
        <p:txBody>
          <a:bodyPr/>
          <a:lstStyle/>
          <a:p>
            <a:r>
              <a:rPr lang="fi-FI"/>
              <a:t>Gõ sai từ khóa </a:t>
            </a:r>
            <a:r>
              <a:rPr lang="fi-FI">
                <a:latin typeface="Consolas" panose="020B0609020204030204" pitchFamily="49" charset="0"/>
              </a:rPr>
              <a:t>int</a:t>
            </a:r>
          </a:p>
          <a:p>
            <a:pPr marL="392112" lvl="1" indent="0">
              <a:lnSpc>
                <a:spcPct val="100000"/>
              </a:lnSpc>
              <a:spcBef>
                <a:spcPts val="0"/>
              </a:spcBef>
              <a:spcAft>
                <a:spcPts val="0"/>
              </a:spcAft>
              <a:buNone/>
            </a:pPr>
            <a:r>
              <a:rPr lang="en-US">
                <a:solidFill>
                  <a:srgbClr val="808080"/>
                </a:solidFill>
                <a:latin typeface="Consolas" panose="020B0609020204030204" pitchFamily="49" charset="0"/>
              </a:rPr>
              <a:t>#include</a:t>
            </a:r>
            <a:r>
              <a:rPr lang="en-US">
                <a:solidFill>
                  <a:srgbClr val="000000"/>
                </a:solidFill>
                <a:latin typeface="Consolas" panose="020B0609020204030204" pitchFamily="49" charset="0"/>
              </a:rPr>
              <a:t> </a:t>
            </a:r>
            <a:r>
              <a:rPr lang="en-US">
                <a:solidFill>
                  <a:srgbClr val="A31515"/>
                </a:solidFill>
                <a:latin typeface="Consolas" panose="020B0609020204030204" pitchFamily="49" charset="0"/>
              </a:rPr>
              <a:t>&lt;iostream&gt;</a:t>
            </a:r>
            <a:endParaRPr lang="en-US">
              <a:solidFill>
                <a:srgbClr val="000000"/>
              </a:solidFill>
              <a:latin typeface="Consolas" panose="020B0609020204030204" pitchFamily="49" charset="0"/>
            </a:endParaRPr>
          </a:p>
          <a:p>
            <a:pPr marL="392112" lvl="1" indent="0">
              <a:lnSpc>
                <a:spcPct val="100000"/>
              </a:lnSpc>
              <a:spcBef>
                <a:spcPts val="0"/>
              </a:spcBef>
              <a:spcAft>
                <a:spcPts val="0"/>
              </a:spcAft>
              <a:buNone/>
            </a:pPr>
            <a:r>
              <a:rPr lang="en-US">
                <a:solidFill>
                  <a:srgbClr val="0000FF"/>
                </a:solidFill>
                <a:latin typeface="Consolas" panose="020B0609020204030204" pitchFamily="49" charset="0"/>
              </a:rPr>
              <a:t>using</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namespace</a:t>
            </a:r>
            <a:r>
              <a:rPr lang="en-US">
                <a:solidFill>
                  <a:srgbClr val="000000"/>
                </a:solidFill>
                <a:latin typeface="Consolas" panose="020B0609020204030204" pitchFamily="49" charset="0"/>
              </a:rPr>
              <a:t> std;</a:t>
            </a:r>
          </a:p>
          <a:p>
            <a:pPr marL="392112" lvl="1" indent="0">
              <a:lnSpc>
                <a:spcPct val="100000"/>
              </a:lnSpc>
              <a:spcBef>
                <a:spcPts val="0"/>
              </a:spcBef>
              <a:spcAft>
                <a:spcPts val="0"/>
              </a:spcAft>
              <a:buNone/>
            </a:pPr>
            <a:r>
              <a:rPr lang="en-US">
                <a:solidFill>
                  <a:srgbClr val="000000"/>
                </a:solidFill>
                <a:latin typeface="Consolas" panose="020B0609020204030204" pitchFamily="49" charset="0"/>
              </a:rPr>
              <a:t>integer main()</a:t>
            </a:r>
          </a:p>
          <a:p>
            <a:pPr marL="392112" lvl="1" indent="0">
              <a:lnSpc>
                <a:spcPct val="100000"/>
              </a:lnSpc>
              <a:spcBef>
                <a:spcPts val="0"/>
              </a:spcBef>
              <a:spcAft>
                <a:spcPts val="0"/>
              </a:spcAft>
              <a:buNone/>
            </a:pPr>
            <a:r>
              <a:rPr lang="en-US">
                <a:solidFill>
                  <a:srgbClr val="000000"/>
                </a:solidFill>
                <a:latin typeface="Consolas" panose="020B0609020204030204" pitchFamily="49" charset="0"/>
              </a:rPr>
              <a:t>{</a:t>
            </a:r>
          </a:p>
          <a:p>
            <a:pPr marL="392112" lvl="1" indent="0">
              <a:lnSpc>
                <a:spcPct val="100000"/>
              </a:lnSpc>
              <a:spcBef>
                <a:spcPts val="0"/>
              </a:spcBef>
              <a:spcAft>
                <a:spcPts val="0"/>
              </a:spcAft>
              <a:buNone/>
            </a:pPr>
            <a:r>
              <a:rPr lang="en-US">
                <a:solidFill>
                  <a:srgbClr val="000000"/>
                </a:solidFill>
                <a:latin typeface="Consolas" panose="020B0609020204030204" pitchFamily="49" charset="0"/>
              </a:rPr>
              <a:t>    cout </a:t>
            </a:r>
            <a:r>
              <a:rPr lang="en-US">
                <a:solidFill>
                  <a:srgbClr val="008080"/>
                </a:solidFill>
                <a:latin typeface="Consolas" panose="020B0609020204030204" pitchFamily="49" charset="0"/>
              </a:rPr>
              <a:t>&lt;&lt;</a:t>
            </a:r>
            <a:r>
              <a:rPr lang="en-US">
                <a:solidFill>
                  <a:srgbClr val="000000"/>
                </a:solidFill>
                <a:latin typeface="Consolas" panose="020B0609020204030204" pitchFamily="49" charset="0"/>
              </a:rPr>
              <a:t> </a:t>
            </a:r>
            <a:r>
              <a:rPr lang="en-US">
                <a:solidFill>
                  <a:srgbClr val="A31515"/>
                </a:solidFill>
                <a:latin typeface="Consolas" panose="020B0609020204030204" pitchFamily="49" charset="0"/>
              </a:rPr>
              <a:t>"Hello, world!\n"</a:t>
            </a:r>
            <a:r>
              <a:rPr lang="en-US">
                <a:solidFill>
                  <a:srgbClr val="000000"/>
                </a:solidFill>
                <a:latin typeface="Consolas" panose="020B0609020204030204" pitchFamily="49" charset="0"/>
              </a:rPr>
              <a:t>;</a:t>
            </a:r>
          </a:p>
          <a:p>
            <a:pPr marL="392112" lvl="1" indent="0">
              <a:lnSpc>
                <a:spcPct val="100000"/>
              </a:lnSpc>
              <a:spcBef>
                <a:spcPts val="0"/>
              </a:spcBef>
              <a:spcAft>
                <a:spcPts val="0"/>
              </a:spcAft>
              <a:buNone/>
            </a:pP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return</a:t>
            </a:r>
            <a:r>
              <a:rPr lang="en-US">
                <a:solidFill>
                  <a:srgbClr val="000000"/>
                </a:solidFill>
                <a:latin typeface="Consolas" panose="020B0609020204030204" pitchFamily="49" charset="0"/>
              </a:rPr>
              <a:t> 0;</a:t>
            </a:r>
          </a:p>
          <a:p>
            <a:pPr marL="392112" lvl="1" indent="0">
              <a:lnSpc>
                <a:spcPct val="100000"/>
              </a:lnSpc>
              <a:spcBef>
                <a:spcPts val="0"/>
              </a:spcBef>
              <a:spcAft>
                <a:spcPts val="0"/>
              </a:spcAft>
              <a:buNone/>
            </a:pPr>
            <a:r>
              <a:rPr lang="en-US">
                <a:solidFill>
                  <a:srgbClr val="000000"/>
                </a:solidFill>
                <a:latin typeface="Consolas" panose="020B0609020204030204" pitchFamily="49" charset="0"/>
              </a:rPr>
              <a:t>}</a:t>
            </a:r>
            <a:br>
              <a:rPr lang="en-US">
                <a:solidFill>
                  <a:srgbClr val="000000"/>
                </a:solidFill>
                <a:latin typeface="Consolas" panose="020B0609020204030204" pitchFamily="49" charset="0"/>
              </a:rPr>
            </a:br>
            <a:r>
              <a:rPr lang="en-US">
                <a:solidFill>
                  <a:srgbClr val="000000"/>
                </a:solidFill>
                <a:latin typeface="Consolas" panose="020B0609020204030204" pitchFamily="49" charset="0"/>
                <a:sym typeface="Symbol" panose="05050102010706020507" pitchFamily="18" charset="2"/>
              </a:rPr>
              <a:t> error: identifier "integer" is undefined</a:t>
            </a:r>
            <a:endParaRPr lang="en-US"/>
          </a:p>
        </p:txBody>
      </p:sp>
    </p:spTree>
    <p:extLst>
      <p:ext uri="{BB962C8B-B14F-4D97-AF65-F5344CB8AC3E}">
        <p14:creationId xmlns:p14="http://schemas.microsoft.com/office/powerpoint/2010/main" val="28832698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00E2B9B-494B-49A9-B3DF-608AC9197AC3}"/>
              </a:ext>
            </a:extLst>
          </p:cNvPr>
          <p:cNvSpPr>
            <a:spLocks noGrp="1"/>
          </p:cNvSpPr>
          <p:nvPr>
            <p:ph type="ftr" sz="quarter" idx="11"/>
          </p:nvPr>
        </p:nvSpPr>
        <p:spPr/>
        <p:txBody>
          <a:bodyPr/>
          <a:lstStyle/>
          <a:p>
            <a:r>
              <a:rPr lang="vi-VN"/>
              <a:t>Cơ sở lập trình - Giới thiệu về lập trình</a:t>
            </a:r>
            <a:endParaRPr lang="en-US"/>
          </a:p>
        </p:txBody>
      </p:sp>
      <p:sp>
        <p:nvSpPr>
          <p:cNvPr id="3" name="Slide Number Placeholder 2">
            <a:extLst>
              <a:ext uri="{FF2B5EF4-FFF2-40B4-BE49-F238E27FC236}">
                <a16:creationId xmlns:a16="http://schemas.microsoft.com/office/drawing/2014/main" id="{17BFFEA5-F28F-4C61-B77F-E8A37916D7B6}"/>
              </a:ext>
            </a:extLst>
          </p:cNvPr>
          <p:cNvSpPr>
            <a:spLocks noGrp="1"/>
          </p:cNvSpPr>
          <p:nvPr>
            <p:ph type="sldNum" sz="quarter" idx="12"/>
          </p:nvPr>
        </p:nvSpPr>
        <p:spPr/>
        <p:txBody>
          <a:bodyPr/>
          <a:lstStyle/>
          <a:p>
            <a:fld id="{45CA964B-B8B5-4404-ADB9-CBB2121E234F}" type="slidenum">
              <a:rPr lang="en-US" smtClean="0"/>
              <a:t>45</a:t>
            </a:fld>
            <a:endParaRPr lang="en-US"/>
          </a:p>
        </p:txBody>
      </p:sp>
      <p:sp>
        <p:nvSpPr>
          <p:cNvPr id="4" name="Content Placeholder 3">
            <a:extLst>
              <a:ext uri="{FF2B5EF4-FFF2-40B4-BE49-F238E27FC236}">
                <a16:creationId xmlns:a16="http://schemas.microsoft.com/office/drawing/2014/main" id="{E0A4F573-C459-48B9-854B-AF1BEF2E6099}"/>
              </a:ext>
            </a:extLst>
          </p:cNvPr>
          <p:cNvSpPr>
            <a:spLocks noGrp="1"/>
          </p:cNvSpPr>
          <p:nvPr>
            <p:ph idx="1"/>
          </p:nvPr>
        </p:nvSpPr>
        <p:spPr/>
        <p:txBody>
          <a:bodyPr/>
          <a:lstStyle/>
          <a:p>
            <a:r>
              <a:rPr lang="en-US"/>
              <a:t>Dùng </a:t>
            </a:r>
            <a:r>
              <a:rPr lang="en-US">
                <a:latin typeface="Consolas" panose="020B0609020204030204" pitchFamily="49" charset="0"/>
              </a:rPr>
              <a:t>&lt;</a:t>
            </a:r>
            <a:r>
              <a:rPr lang="en-US"/>
              <a:t> thay vì </a:t>
            </a:r>
            <a:r>
              <a:rPr lang="en-US">
                <a:latin typeface="Consolas" panose="020B0609020204030204" pitchFamily="49" charset="0"/>
              </a:rPr>
              <a:t>&lt;&lt;</a:t>
            </a:r>
          </a:p>
          <a:p>
            <a:pPr marL="392112" lvl="1" indent="0">
              <a:lnSpc>
                <a:spcPct val="100000"/>
              </a:lnSpc>
              <a:spcBef>
                <a:spcPts val="0"/>
              </a:spcBef>
              <a:spcAft>
                <a:spcPts val="0"/>
              </a:spcAft>
              <a:buNone/>
            </a:pPr>
            <a:r>
              <a:rPr lang="en-US">
                <a:solidFill>
                  <a:srgbClr val="808080"/>
                </a:solidFill>
                <a:latin typeface="Consolas" panose="020B0609020204030204" pitchFamily="49" charset="0"/>
              </a:rPr>
              <a:t>#include</a:t>
            </a:r>
            <a:r>
              <a:rPr lang="en-US">
                <a:solidFill>
                  <a:srgbClr val="000000"/>
                </a:solidFill>
                <a:latin typeface="Consolas" panose="020B0609020204030204" pitchFamily="49" charset="0"/>
              </a:rPr>
              <a:t> </a:t>
            </a:r>
            <a:r>
              <a:rPr lang="en-US">
                <a:solidFill>
                  <a:srgbClr val="A31515"/>
                </a:solidFill>
                <a:latin typeface="Consolas" panose="020B0609020204030204" pitchFamily="49" charset="0"/>
              </a:rPr>
              <a:t>&lt;iostream&gt;</a:t>
            </a:r>
            <a:endParaRPr lang="en-US">
              <a:solidFill>
                <a:srgbClr val="000000"/>
              </a:solidFill>
              <a:latin typeface="Consolas" panose="020B0609020204030204" pitchFamily="49" charset="0"/>
            </a:endParaRPr>
          </a:p>
          <a:p>
            <a:pPr marL="392112" lvl="1" indent="0">
              <a:lnSpc>
                <a:spcPct val="100000"/>
              </a:lnSpc>
              <a:spcBef>
                <a:spcPts val="0"/>
              </a:spcBef>
              <a:spcAft>
                <a:spcPts val="0"/>
              </a:spcAft>
              <a:buNone/>
            </a:pPr>
            <a:r>
              <a:rPr lang="en-US">
                <a:solidFill>
                  <a:srgbClr val="0000FF"/>
                </a:solidFill>
                <a:latin typeface="Consolas" panose="020B0609020204030204" pitchFamily="49" charset="0"/>
              </a:rPr>
              <a:t>using</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namespace</a:t>
            </a:r>
            <a:r>
              <a:rPr lang="en-US">
                <a:solidFill>
                  <a:srgbClr val="000000"/>
                </a:solidFill>
                <a:latin typeface="Consolas" panose="020B0609020204030204" pitchFamily="49" charset="0"/>
              </a:rPr>
              <a:t> std;</a:t>
            </a:r>
          </a:p>
          <a:p>
            <a:pPr marL="392112" lvl="1" indent="0">
              <a:lnSpc>
                <a:spcPct val="100000"/>
              </a:lnSpc>
              <a:spcBef>
                <a:spcPts val="0"/>
              </a:spcBef>
              <a:spcAft>
                <a:spcPts val="0"/>
              </a:spcAft>
              <a:buNone/>
            </a:pPr>
            <a:r>
              <a:rPr lang="en-US">
                <a:solidFill>
                  <a:srgbClr val="0000FF"/>
                </a:solidFill>
                <a:latin typeface="Consolas" panose="020B0609020204030204" pitchFamily="49" charset="0"/>
              </a:rPr>
              <a:t>int</a:t>
            </a:r>
            <a:r>
              <a:rPr lang="en-US">
                <a:solidFill>
                  <a:srgbClr val="000000"/>
                </a:solidFill>
                <a:latin typeface="Consolas" panose="020B0609020204030204" pitchFamily="49" charset="0"/>
              </a:rPr>
              <a:t> main()</a:t>
            </a:r>
          </a:p>
          <a:p>
            <a:pPr marL="392112" lvl="1" indent="0">
              <a:lnSpc>
                <a:spcPct val="100000"/>
              </a:lnSpc>
              <a:spcBef>
                <a:spcPts val="0"/>
              </a:spcBef>
              <a:spcAft>
                <a:spcPts val="0"/>
              </a:spcAft>
              <a:buNone/>
            </a:pPr>
            <a:r>
              <a:rPr lang="en-US">
                <a:solidFill>
                  <a:srgbClr val="000000"/>
                </a:solidFill>
                <a:latin typeface="Consolas" panose="020B0609020204030204" pitchFamily="49" charset="0"/>
              </a:rPr>
              <a:t>{</a:t>
            </a:r>
          </a:p>
          <a:p>
            <a:pPr marL="392112" lvl="1" indent="0">
              <a:lnSpc>
                <a:spcPct val="100000"/>
              </a:lnSpc>
              <a:spcBef>
                <a:spcPts val="0"/>
              </a:spcBef>
              <a:spcAft>
                <a:spcPts val="0"/>
              </a:spcAft>
              <a:buNone/>
            </a:pPr>
            <a:r>
              <a:rPr lang="en-US">
                <a:solidFill>
                  <a:srgbClr val="000000"/>
                </a:solidFill>
                <a:latin typeface="Consolas" panose="020B0609020204030204" pitchFamily="49" charset="0"/>
              </a:rPr>
              <a:t>    cout &lt; </a:t>
            </a:r>
            <a:r>
              <a:rPr lang="en-US">
                <a:solidFill>
                  <a:srgbClr val="A31515"/>
                </a:solidFill>
                <a:latin typeface="Consolas" panose="020B0609020204030204" pitchFamily="49" charset="0"/>
              </a:rPr>
              <a:t>"Hello, world!\n"</a:t>
            </a:r>
            <a:r>
              <a:rPr lang="en-US">
                <a:solidFill>
                  <a:srgbClr val="000000"/>
                </a:solidFill>
                <a:latin typeface="Consolas" panose="020B0609020204030204" pitchFamily="49" charset="0"/>
              </a:rPr>
              <a:t>;</a:t>
            </a:r>
          </a:p>
          <a:p>
            <a:pPr marL="392112" lvl="1" indent="0">
              <a:lnSpc>
                <a:spcPct val="100000"/>
              </a:lnSpc>
              <a:spcBef>
                <a:spcPts val="0"/>
              </a:spcBef>
              <a:spcAft>
                <a:spcPts val="0"/>
              </a:spcAft>
              <a:buNone/>
            </a:pP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return</a:t>
            </a:r>
            <a:r>
              <a:rPr lang="en-US">
                <a:solidFill>
                  <a:srgbClr val="000000"/>
                </a:solidFill>
                <a:latin typeface="Consolas" panose="020B0609020204030204" pitchFamily="49" charset="0"/>
              </a:rPr>
              <a:t> 0;</a:t>
            </a:r>
          </a:p>
          <a:p>
            <a:pPr marL="392112" lvl="1" indent="0">
              <a:lnSpc>
                <a:spcPct val="100000"/>
              </a:lnSpc>
              <a:spcBef>
                <a:spcPts val="0"/>
              </a:spcBef>
              <a:spcAft>
                <a:spcPts val="0"/>
              </a:spcAft>
              <a:buNone/>
            </a:pPr>
            <a:r>
              <a:rPr lang="en-US">
                <a:solidFill>
                  <a:srgbClr val="000000"/>
                </a:solidFill>
                <a:latin typeface="Consolas" panose="020B0609020204030204" pitchFamily="49" charset="0"/>
              </a:rPr>
              <a:t>}</a:t>
            </a:r>
            <a:br>
              <a:rPr lang="en-US">
                <a:solidFill>
                  <a:srgbClr val="000000"/>
                </a:solidFill>
                <a:latin typeface="Consolas" panose="020B0609020204030204" pitchFamily="49" charset="0"/>
              </a:rPr>
            </a:br>
            <a:r>
              <a:rPr lang="en-US">
                <a:solidFill>
                  <a:srgbClr val="000000"/>
                </a:solidFill>
                <a:latin typeface="Consolas" panose="020B0609020204030204" pitchFamily="49" charset="0"/>
                <a:sym typeface="Symbol" panose="05050102010706020507" pitchFamily="18" charset="2"/>
              </a:rPr>
              <a:t> </a:t>
            </a:r>
            <a:r>
              <a:rPr lang="en-US">
                <a:solidFill>
                  <a:srgbClr val="000000"/>
                </a:solidFill>
                <a:latin typeface="Consolas" panose="020B0609020204030204" pitchFamily="49" charset="0"/>
              </a:rPr>
              <a:t>warning: '&lt;' : operator has no effect; expected operator with side-effect</a:t>
            </a:r>
            <a:endParaRPr lang="en-US"/>
          </a:p>
        </p:txBody>
      </p:sp>
    </p:spTree>
    <p:extLst>
      <p:ext uri="{BB962C8B-B14F-4D97-AF65-F5344CB8AC3E}">
        <p14:creationId xmlns:p14="http://schemas.microsoft.com/office/powerpoint/2010/main" val="16210005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7AA4464-9567-4CE2-A3DD-C2B10447E637}"/>
              </a:ext>
            </a:extLst>
          </p:cNvPr>
          <p:cNvSpPr>
            <a:spLocks noGrp="1"/>
          </p:cNvSpPr>
          <p:nvPr>
            <p:ph type="ftr" sz="quarter" idx="11"/>
          </p:nvPr>
        </p:nvSpPr>
        <p:spPr/>
        <p:txBody>
          <a:bodyPr/>
          <a:lstStyle/>
          <a:p>
            <a:r>
              <a:rPr lang="vi-VN"/>
              <a:t>Cơ sở lập trình - Giới thiệu về lập trình</a:t>
            </a:r>
            <a:endParaRPr lang="en-US"/>
          </a:p>
        </p:txBody>
      </p:sp>
      <p:sp>
        <p:nvSpPr>
          <p:cNvPr id="3" name="Slide Number Placeholder 2">
            <a:extLst>
              <a:ext uri="{FF2B5EF4-FFF2-40B4-BE49-F238E27FC236}">
                <a16:creationId xmlns:a16="http://schemas.microsoft.com/office/drawing/2014/main" id="{C03C8790-9134-417D-B20E-67B5023220CA}"/>
              </a:ext>
            </a:extLst>
          </p:cNvPr>
          <p:cNvSpPr>
            <a:spLocks noGrp="1"/>
          </p:cNvSpPr>
          <p:nvPr>
            <p:ph type="sldNum" sz="quarter" idx="12"/>
          </p:nvPr>
        </p:nvSpPr>
        <p:spPr/>
        <p:txBody>
          <a:bodyPr/>
          <a:lstStyle/>
          <a:p>
            <a:fld id="{45CA964B-B8B5-4404-ADB9-CBB2121E234F}" type="slidenum">
              <a:rPr lang="en-US" smtClean="0"/>
              <a:t>46</a:t>
            </a:fld>
            <a:endParaRPr lang="en-US"/>
          </a:p>
        </p:txBody>
      </p:sp>
      <p:sp>
        <p:nvSpPr>
          <p:cNvPr id="4" name="Content Placeholder 3">
            <a:extLst>
              <a:ext uri="{FF2B5EF4-FFF2-40B4-BE49-F238E27FC236}">
                <a16:creationId xmlns:a16="http://schemas.microsoft.com/office/drawing/2014/main" id="{DD153DB3-F57C-456B-A456-AB27F1FCBF59}"/>
              </a:ext>
            </a:extLst>
          </p:cNvPr>
          <p:cNvSpPr>
            <a:spLocks noGrp="1"/>
          </p:cNvSpPr>
          <p:nvPr>
            <p:ph idx="1"/>
          </p:nvPr>
        </p:nvSpPr>
        <p:spPr/>
        <p:txBody>
          <a:bodyPr/>
          <a:lstStyle/>
          <a:p>
            <a:r>
              <a:rPr lang="vi-VN"/>
              <a:t>Dùng dấu nháy đơn thay vì dấu nháy đôi</a:t>
            </a:r>
            <a:endParaRPr lang="en-US"/>
          </a:p>
          <a:p>
            <a:pPr marL="392112" lvl="1" indent="0">
              <a:lnSpc>
                <a:spcPct val="100000"/>
              </a:lnSpc>
              <a:spcBef>
                <a:spcPts val="0"/>
              </a:spcBef>
              <a:spcAft>
                <a:spcPts val="0"/>
              </a:spcAft>
              <a:buNone/>
            </a:pPr>
            <a:r>
              <a:rPr lang="en-US">
                <a:solidFill>
                  <a:srgbClr val="808080"/>
                </a:solidFill>
                <a:latin typeface="Consolas" panose="020B0609020204030204" pitchFamily="49" charset="0"/>
              </a:rPr>
              <a:t>#include</a:t>
            </a:r>
            <a:r>
              <a:rPr lang="en-US">
                <a:solidFill>
                  <a:srgbClr val="000000"/>
                </a:solidFill>
                <a:latin typeface="Consolas" panose="020B0609020204030204" pitchFamily="49" charset="0"/>
              </a:rPr>
              <a:t> </a:t>
            </a:r>
            <a:r>
              <a:rPr lang="en-US">
                <a:solidFill>
                  <a:srgbClr val="A31515"/>
                </a:solidFill>
                <a:latin typeface="Consolas" panose="020B0609020204030204" pitchFamily="49" charset="0"/>
              </a:rPr>
              <a:t>&lt;iostream&gt;</a:t>
            </a:r>
            <a:endParaRPr lang="en-US">
              <a:solidFill>
                <a:srgbClr val="000000"/>
              </a:solidFill>
              <a:latin typeface="Consolas" panose="020B0609020204030204" pitchFamily="49" charset="0"/>
            </a:endParaRPr>
          </a:p>
          <a:p>
            <a:pPr marL="392112" lvl="1" indent="0">
              <a:lnSpc>
                <a:spcPct val="100000"/>
              </a:lnSpc>
              <a:spcBef>
                <a:spcPts val="0"/>
              </a:spcBef>
              <a:spcAft>
                <a:spcPts val="0"/>
              </a:spcAft>
              <a:buNone/>
            </a:pPr>
            <a:r>
              <a:rPr lang="en-US">
                <a:solidFill>
                  <a:srgbClr val="0000FF"/>
                </a:solidFill>
                <a:latin typeface="Consolas" panose="020B0609020204030204" pitchFamily="49" charset="0"/>
              </a:rPr>
              <a:t>using</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namespace</a:t>
            </a:r>
            <a:r>
              <a:rPr lang="en-US">
                <a:solidFill>
                  <a:srgbClr val="000000"/>
                </a:solidFill>
                <a:latin typeface="Consolas" panose="020B0609020204030204" pitchFamily="49" charset="0"/>
              </a:rPr>
              <a:t> std;</a:t>
            </a:r>
          </a:p>
          <a:p>
            <a:pPr marL="392112" lvl="1" indent="0">
              <a:lnSpc>
                <a:spcPct val="100000"/>
              </a:lnSpc>
              <a:spcBef>
                <a:spcPts val="0"/>
              </a:spcBef>
              <a:spcAft>
                <a:spcPts val="0"/>
              </a:spcAft>
              <a:buNone/>
            </a:pPr>
            <a:r>
              <a:rPr lang="en-US">
                <a:solidFill>
                  <a:srgbClr val="0000FF"/>
                </a:solidFill>
                <a:latin typeface="Consolas" panose="020B0609020204030204" pitchFamily="49" charset="0"/>
              </a:rPr>
              <a:t>int</a:t>
            </a:r>
            <a:r>
              <a:rPr lang="en-US">
                <a:solidFill>
                  <a:srgbClr val="000000"/>
                </a:solidFill>
                <a:latin typeface="Consolas" panose="020B0609020204030204" pitchFamily="49" charset="0"/>
              </a:rPr>
              <a:t> main()</a:t>
            </a:r>
          </a:p>
          <a:p>
            <a:pPr marL="392112" lvl="1" indent="0">
              <a:lnSpc>
                <a:spcPct val="100000"/>
              </a:lnSpc>
              <a:spcBef>
                <a:spcPts val="0"/>
              </a:spcBef>
              <a:spcAft>
                <a:spcPts val="0"/>
              </a:spcAft>
              <a:buNone/>
            </a:pPr>
            <a:r>
              <a:rPr lang="en-US">
                <a:solidFill>
                  <a:srgbClr val="000000"/>
                </a:solidFill>
                <a:latin typeface="Consolas" panose="020B0609020204030204" pitchFamily="49" charset="0"/>
              </a:rPr>
              <a:t>{</a:t>
            </a:r>
          </a:p>
          <a:p>
            <a:pPr marL="392112" lvl="1" indent="0">
              <a:lnSpc>
                <a:spcPct val="100000"/>
              </a:lnSpc>
              <a:spcBef>
                <a:spcPts val="0"/>
              </a:spcBef>
              <a:spcAft>
                <a:spcPts val="0"/>
              </a:spcAft>
              <a:buNone/>
            </a:pPr>
            <a:r>
              <a:rPr lang="en-US">
                <a:solidFill>
                  <a:srgbClr val="000000"/>
                </a:solidFill>
                <a:latin typeface="Consolas" panose="020B0609020204030204" pitchFamily="49" charset="0"/>
              </a:rPr>
              <a:t>    cout &lt;&lt; </a:t>
            </a:r>
            <a:r>
              <a:rPr lang="en-US">
                <a:solidFill>
                  <a:srgbClr val="A31515"/>
                </a:solidFill>
                <a:latin typeface="Consolas" panose="020B0609020204030204" pitchFamily="49" charset="0"/>
              </a:rPr>
              <a:t>'Hello, world!\n'</a:t>
            </a:r>
            <a:r>
              <a:rPr lang="en-US">
                <a:solidFill>
                  <a:srgbClr val="000000"/>
                </a:solidFill>
                <a:latin typeface="Consolas" panose="020B0609020204030204" pitchFamily="49" charset="0"/>
              </a:rPr>
              <a:t>;</a:t>
            </a:r>
          </a:p>
          <a:p>
            <a:pPr marL="392112" lvl="1" indent="0">
              <a:lnSpc>
                <a:spcPct val="100000"/>
              </a:lnSpc>
              <a:spcBef>
                <a:spcPts val="0"/>
              </a:spcBef>
              <a:spcAft>
                <a:spcPts val="0"/>
              </a:spcAft>
              <a:buNone/>
            </a:pP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return</a:t>
            </a:r>
            <a:r>
              <a:rPr lang="en-US">
                <a:solidFill>
                  <a:srgbClr val="000000"/>
                </a:solidFill>
                <a:latin typeface="Consolas" panose="020B0609020204030204" pitchFamily="49" charset="0"/>
              </a:rPr>
              <a:t> 0;</a:t>
            </a:r>
          </a:p>
          <a:p>
            <a:pPr marL="392112" lvl="1" indent="0">
              <a:lnSpc>
                <a:spcPct val="100000"/>
              </a:lnSpc>
              <a:spcBef>
                <a:spcPts val="0"/>
              </a:spcBef>
              <a:spcAft>
                <a:spcPts val="0"/>
              </a:spcAft>
              <a:buNone/>
            </a:pPr>
            <a:r>
              <a:rPr lang="en-US">
                <a:solidFill>
                  <a:srgbClr val="000000"/>
                </a:solidFill>
                <a:latin typeface="Consolas" panose="020B0609020204030204" pitchFamily="49" charset="0"/>
              </a:rPr>
              <a:t>}</a:t>
            </a:r>
            <a:br>
              <a:rPr lang="en-US">
                <a:solidFill>
                  <a:srgbClr val="000000"/>
                </a:solidFill>
                <a:latin typeface="Consolas" panose="020B0609020204030204" pitchFamily="49" charset="0"/>
              </a:rPr>
            </a:br>
            <a:r>
              <a:rPr lang="en-US">
                <a:solidFill>
                  <a:srgbClr val="000000"/>
                </a:solidFill>
                <a:latin typeface="Consolas" panose="020B0609020204030204" pitchFamily="49" charset="0"/>
                <a:sym typeface="Symbol" panose="05050102010706020507" pitchFamily="18" charset="2"/>
              </a:rPr>
              <a:t> error: too many characters in constant</a:t>
            </a:r>
            <a:endParaRPr lang="en-US"/>
          </a:p>
        </p:txBody>
      </p:sp>
    </p:spTree>
    <p:extLst>
      <p:ext uri="{BB962C8B-B14F-4D97-AF65-F5344CB8AC3E}">
        <p14:creationId xmlns:p14="http://schemas.microsoft.com/office/powerpoint/2010/main" val="33768602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FFCC268-7708-4E3E-8985-5CA68FCCF6D4}"/>
              </a:ext>
            </a:extLst>
          </p:cNvPr>
          <p:cNvSpPr>
            <a:spLocks noGrp="1"/>
          </p:cNvSpPr>
          <p:nvPr>
            <p:ph type="ftr" sz="quarter" idx="11"/>
          </p:nvPr>
        </p:nvSpPr>
        <p:spPr/>
        <p:txBody>
          <a:bodyPr/>
          <a:lstStyle/>
          <a:p>
            <a:r>
              <a:rPr lang="vi-VN"/>
              <a:t>Cơ sở lập trình - Giới thiệu về lập trình</a:t>
            </a:r>
            <a:endParaRPr lang="en-US"/>
          </a:p>
        </p:txBody>
      </p:sp>
      <p:sp>
        <p:nvSpPr>
          <p:cNvPr id="3" name="Slide Number Placeholder 2">
            <a:extLst>
              <a:ext uri="{FF2B5EF4-FFF2-40B4-BE49-F238E27FC236}">
                <a16:creationId xmlns:a16="http://schemas.microsoft.com/office/drawing/2014/main" id="{5A26BDDC-068D-4CC3-AAC8-9B425291CD06}"/>
              </a:ext>
            </a:extLst>
          </p:cNvPr>
          <p:cNvSpPr>
            <a:spLocks noGrp="1"/>
          </p:cNvSpPr>
          <p:nvPr>
            <p:ph type="sldNum" sz="quarter" idx="12"/>
          </p:nvPr>
        </p:nvSpPr>
        <p:spPr/>
        <p:txBody>
          <a:bodyPr/>
          <a:lstStyle/>
          <a:p>
            <a:fld id="{45CA964B-B8B5-4404-ADB9-CBB2121E234F}" type="slidenum">
              <a:rPr lang="en-US" smtClean="0"/>
              <a:t>47</a:t>
            </a:fld>
            <a:endParaRPr lang="en-US"/>
          </a:p>
        </p:txBody>
      </p:sp>
      <p:sp>
        <p:nvSpPr>
          <p:cNvPr id="4" name="Content Placeholder 3">
            <a:extLst>
              <a:ext uri="{FF2B5EF4-FFF2-40B4-BE49-F238E27FC236}">
                <a16:creationId xmlns:a16="http://schemas.microsoft.com/office/drawing/2014/main" id="{5B933105-0F35-411A-B39E-917B89992878}"/>
              </a:ext>
            </a:extLst>
          </p:cNvPr>
          <p:cNvSpPr>
            <a:spLocks noGrp="1"/>
          </p:cNvSpPr>
          <p:nvPr>
            <p:ph idx="1"/>
          </p:nvPr>
        </p:nvSpPr>
        <p:spPr/>
        <p:txBody>
          <a:bodyPr/>
          <a:lstStyle/>
          <a:p>
            <a:r>
              <a:rPr lang="en-US"/>
              <a:t>Thiếu dấu chấm phẩy ; </a:t>
            </a:r>
          </a:p>
          <a:p>
            <a:pPr marL="392112" lvl="1" indent="0">
              <a:lnSpc>
                <a:spcPct val="100000"/>
              </a:lnSpc>
              <a:spcBef>
                <a:spcPts val="0"/>
              </a:spcBef>
              <a:spcAft>
                <a:spcPts val="0"/>
              </a:spcAft>
              <a:buNone/>
            </a:pPr>
            <a:r>
              <a:rPr lang="en-US">
                <a:solidFill>
                  <a:srgbClr val="808080"/>
                </a:solidFill>
                <a:latin typeface="Consolas" panose="020B0609020204030204" pitchFamily="49" charset="0"/>
              </a:rPr>
              <a:t>#include</a:t>
            </a:r>
            <a:r>
              <a:rPr lang="en-US">
                <a:solidFill>
                  <a:srgbClr val="000000"/>
                </a:solidFill>
                <a:latin typeface="Consolas" panose="020B0609020204030204" pitchFamily="49" charset="0"/>
              </a:rPr>
              <a:t> </a:t>
            </a:r>
            <a:r>
              <a:rPr lang="en-US">
                <a:solidFill>
                  <a:srgbClr val="A31515"/>
                </a:solidFill>
                <a:latin typeface="Consolas" panose="020B0609020204030204" pitchFamily="49" charset="0"/>
              </a:rPr>
              <a:t>&lt;iostream&gt;</a:t>
            </a:r>
            <a:endParaRPr lang="en-US">
              <a:solidFill>
                <a:srgbClr val="000000"/>
              </a:solidFill>
              <a:latin typeface="Consolas" panose="020B0609020204030204" pitchFamily="49" charset="0"/>
            </a:endParaRPr>
          </a:p>
          <a:p>
            <a:pPr marL="392112" lvl="1" indent="0">
              <a:lnSpc>
                <a:spcPct val="100000"/>
              </a:lnSpc>
              <a:spcBef>
                <a:spcPts val="0"/>
              </a:spcBef>
              <a:spcAft>
                <a:spcPts val="0"/>
              </a:spcAft>
              <a:buNone/>
            </a:pPr>
            <a:r>
              <a:rPr lang="en-US">
                <a:solidFill>
                  <a:srgbClr val="0000FF"/>
                </a:solidFill>
                <a:latin typeface="Consolas" panose="020B0609020204030204" pitchFamily="49" charset="0"/>
              </a:rPr>
              <a:t>using</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namespace</a:t>
            </a:r>
            <a:r>
              <a:rPr lang="en-US">
                <a:solidFill>
                  <a:srgbClr val="000000"/>
                </a:solidFill>
                <a:latin typeface="Consolas" panose="020B0609020204030204" pitchFamily="49" charset="0"/>
              </a:rPr>
              <a:t> std;</a:t>
            </a:r>
          </a:p>
          <a:p>
            <a:pPr marL="392112" lvl="1" indent="0">
              <a:lnSpc>
                <a:spcPct val="100000"/>
              </a:lnSpc>
              <a:spcBef>
                <a:spcPts val="0"/>
              </a:spcBef>
              <a:spcAft>
                <a:spcPts val="0"/>
              </a:spcAft>
              <a:buNone/>
            </a:pPr>
            <a:r>
              <a:rPr lang="en-US">
                <a:solidFill>
                  <a:srgbClr val="0000FF"/>
                </a:solidFill>
                <a:latin typeface="Consolas" panose="020B0609020204030204" pitchFamily="49" charset="0"/>
              </a:rPr>
              <a:t>int</a:t>
            </a:r>
            <a:r>
              <a:rPr lang="en-US">
                <a:solidFill>
                  <a:srgbClr val="000000"/>
                </a:solidFill>
                <a:latin typeface="Consolas" panose="020B0609020204030204" pitchFamily="49" charset="0"/>
              </a:rPr>
              <a:t> main()</a:t>
            </a:r>
          </a:p>
          <a:p>
            <a:pPr marL="392112" lvl="1" indent="0">
              <a:lnSpc>
                <a:spcPct val="100000"/>
              </a:lnSpc>
              <a:spcBef>
                <a:spcPts val="0"/>
              </a:spcBef>
              <a:spcAft>
                <a:spcPts val="0"/>
              </a:spcAft>
              <a:buNone/>
            </a:pPr>
            <a:r>
              <a:rPr lang="en-US">
                <a:solidFill>
                  <a:srgbClr val="000000"/>
                </a:solidFill>
                <a:latin typeface="Consolas" panose="020B0609020204030204" pitchFamily="49" charset="0"/>
              </a:rPr>
              <a:t>{</a:t>
            </a:r>
          </a:p>
          <a:p>
            <a:pPr marL="392112" lvl="1" indent="0">
              <a:lnSpc>
                <a:spcPct val="100000"/>
              </a:lnSpc>
              <a:spcBef>
                <a:spcPts val="0"/>
              </a:spcBef>
              <a:spcAft>
                <a:spcPts val="0"/>
              </a:spcAft>
              <a:buNone/>
            </a:pPr>
            <a:r>
              <a:rPr lang="en-US">
                <a:solidFill>
                  <a:srgbClr val="000000"/>
                </a:solidFill>
                <a:latin typeface="Consolas" panose="020B0609020204030204" pitchFamily="49" charset="0"/>
              </a:rPr>
              <a:t>    cout </a:t>
            </a:r>
            <a:r>
              <a:rPr lang="en-US">
                <a:solidFill>
                  <a:srgbClr val="008080"/>
                </a:solidFill>
                <a:latin typeface="Consolas" panose="020B0609020204030204" pitchFamily="49" charset="0"/>
              </a:rPr>
              <a:t>&lt;&lt;</a:t>
            </a:r>
            <a:r>
              <a:rPr lang="en-US">
                <a:solidFill>
                  <a:srgbClr val="000000"/>
                </a:solidFill>
                <a:latin typeface="Consolas" panose="020B0609020204030204" pitchFamily="49" charset="0"/>
              </a:rPr>
              <a:t> </a:t>
            </a:r>
            <a:r>
              <a:rPr lang="en-US">
                <a:solidFill>
                  <a:srgbClr val="A31515"/>
                </a:solidFill>
                <a:latin typeface="Consolas" panose="020B0609020204030204" pitchFamily="49" charset="0"/>
              </a:rPr>
              <a:t>"Hello, world!\n"</a:t>
            </a:r>
            <a:endParaRPr lang="en-US">
              <a:solidFill>
                <a:srgbClr val="000000"/>
              </a:solidFill>
              <a:latin typeface="Consolas" panose="020B0609020204030204" pitchFamily="49" charset="0"/>
            </a:endParaRPr>
          </a:p>
          <a:p>
            <a:pPr marL="392112" lvl="1" indent="0">
              <a:lnSpc>
                <a:spcPct val="100000"/>
              </a:lnSpc>
              <a:spcBef>
                <a:spcPts val="0"/>
              </a:spcBef>
              <a:spcAft>
                <a:spcPts val="0"/>
              </a:spcAft>
              <a:buNone/>
            </a:pP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return</a:t>
            </a:r>
            <a:r>
              <a:rPr lang="en-US">
                <a:solidFill>
                  <a:srgbClr val="000000"/>
                </a:solidFill>
                <a:latin typeface="Consolas" panose="020B0609020204030204" pitchFamily="49" charset="0"/>
              </a:rPr>
              <a:t> 0;</a:t>
            </a:r>
          </a:p>
          <a:p>
            <a:pPr marL="392112" lvl="1" indent="0">
              <a:lnSpc>
                <a:spcPct val="100000"/>
              </a:lnSpc>
              <a:spcBef>
                <a:spcPts val="0"/>
              </a:spcBef>
              <a:spcAft>
                <a:spcPts val="0"/>
              </a:spcAft>
              <a:buNone/>
            </a:pPr>
            <a:r>
              <a:rPr lang="en-US">
                <a:solidFill>
                  <a:srgbClr val="000000"/>
                </a:solidFill>
                <a:latin typeface="Consolas" panose="020B0609020204030204" pitchFamily="49" charset="0"/>
              </a:rPr>
              <a:t>}</a:t>
            </a:r>
          </a:p>
          <a:p>
            <a:pPr marL="392112" lvl="1" indent="0">
              <a:lnSpc>
                <a:spcPct val="100000"/>
              </a:lnSpc>
              <a:spcBef>
                <a:spcPts val="0"/>
              </a:spcBef>
              <a:spcAft>
                <a:spcPts val="0"/>
              </a:spcAft>
              <a:buNone/>
            </a:pPr>
            <a:r>
              <a:rPr lang="en-US">
                <a:solidFill>
                  <a:srgbClr val="000000"/>
                </a:solidFill>
                <a:latin typeface="Consolas" panose="020B0609020204030204" pitchFamily="49" charset="0"/>
                <a:sym typeface="Symbol" panose="05050102010706020507" pitchFamily="18" charset="2"/>
              </a:rPr>
              <a:t> error: missing ';' before 'return'</a:t>
            </a:r>
            <a:endParaRPr lang="en-US"/>
          </a:p>
        </p:txBody>
      </p:sp>
    </p:spTree>
    <p:extLst>
      <p:ext uri="{BB962C8B-B14F-4D97-AF65-F5344CB8AC3E}">
        <p14:creationId xmlns:p14="http://schemas.microsoft.com/office/powerpoint/2010/main" val="8885503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457200" y="2819400"/>
            <a:ext cx="8229600" cy="1524000"/>
          </a:xfrm>
        </p:spPr>
        <p:txBody>
          <a:bodyPr>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indent="0" algn="ctr">
              <a:buNone/>
            </a:pPr>
            <a:r>
              <a:rPr lang="en-US" sz="8800" b="1"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Q &amp; A</a:t>
            </a:r>
          </a:p>
        </p:txBody>
      </p:sp>
      <p:sp>
        <p:nvSpPr>
          <p:cNvPr id="5" name="Slide Number Placeholder 4"/>
          <p:cNvSpPr>
            <a:spLocks noGrp="1"/>
          </p:cNvSpPr>
          <p:nvPr>
            <p:ph type="sldNum" sz="quarter" idx="12"/>
          </p:nvPr>
        </p:nvSpPr>
        <p:spPr/>
        <p:txBody>
          <a:bodyPr/>
          <a:lstStyle/>
          <a:p>
            <a:fld id="{B76E646B-21D3-475D-A455-026BE1E73BFE}" type="slidenum">
              <a:rPr lang="en-US" smtClean="0"/>
              <a:t>48</a:t>
            </a:fld>
            <a:endParaRPr lang="en-US"/>
          </a:p>
        </p:txBody>
      </p:sp>
      <p:sp>
        <p:nvSpPr>
          <p:cNvPr id="2" name="Footer Placeholder 1"/>
          <p:cNvSpPr>
            <a:spLocks noGrp="1"/>
          </p:cNvSpPr>
          <p:nvPr>
            <p:ph type="ftr" sz="quarter" idx="11"/>
          </p:nvPr>
        </p:nvSpPr>
        <p:spPr/>
        <p:txBody>
          <a:bodyPr/>
          <a:lstStyle/>
          <a:p>
            <a:r>
              <a:rPr lang="vi-VN"/>
              <a:t>Cơ sở lập trình - ĐH Mở TpHCM</a:t>
            </a:r>
            <a:endParaRPr lang="en-US"/>
          </a:p>
        </p:txBody>
      </p:sp>
    </p:spTree>
    <p:extLst>
      <p:ext uri="{BB962C8B-B14F-4D97-AF65-F5344CB8AC3E}">
        <p14:creationId xmlns:p14="http://schemas.microsoft.com/office/powerpoint/2010/main" val="1551797260"/>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CSLT">
      <a:majorFont>
        <a:latin typeface="Calibri"/>
        <a:ea typeface=""/>
        <a:cs typeface=""/>
      </a:majorFont>
      <a:minorFont>
        <a:latin typeface="Calibri"/>
        <a:ea typeface=""/>
        <a:cs typeface=""/>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CSLT" id="{F25689AE-B023-40E2-BAF5-5C60BF3646A7}" vid="{F81F4DB8-B595-49C1-BD86-1DE15E4AB5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CSLT</Template>
  <TotalTime>297</TotalTime>
  <Words>3615</Words>
  <Application>Microsoft Macintosh PowerPoint</Application>
  <PresentationFormat>On-screen Show (4:3)</PresentationFormat>
  <Paragraphs>444</Paragraphs>
  <Slides>48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Arial</vt:lpstr>
      <vt:lpstr>Calibri</vt:lpstr>
      <vt:lpstr>Consolas</vt:lpstr>
      <vt:lpstr>Courier New</vt:lpstr>
      <vt:lpstr>Wingdings</vt:lpstr>
      <vt:lpstr>Retrospect</vt:lpstr>
      <vt:lpstr>Giới thiệu về lập trình</vt:lpstr>
      <vt:lpstr>Mục tiêu</vt:lpstr>
      <vt:lpstr>Nội dung</vt:lpstr>
      <vt:lpstr>Lập trình là gì?</vt:lpstr>
      <vt:lpstr>PowerPoint Presentation</vt:lpstr>
      <vt:lpstr>Nội dung</vt:lpstr>
      <vt:lpstr>Quy trình phát triển một chương trình</vt:lpstr>
      <vt:lpstr>PowerPoint Presentation</vt:lpstr>
      <vt:lpstr>PowerPoint Presentation</vt:lpstr>
      <vt:lpstr>Bước 1. Phân tích vấn đề</vt:lpstr>
      <vt:lpstr>PowerPoint Presentation</vt:lpstr>
      <vt:lpstr>Bước 2. Thiết kế thuật giải</vt:lpstr>
      <vt:lpstr>PowerPoint Presentation</vt:lpstr>
      <vt:lpstr>PowerPoint Presentation</vt:lpstr>
      <vt:lpstr>PowerPoint Presentation</vt:lpstr>
      <vt:lpstr>Bước 3. Lập trình</vt:lpstr>
      <vt:lpstr>PowerPoint Presentation</vt:lpstr>
      <vt:lpstr>PowerPoint Presentation</vt:lpstr>
      <vt:lpstr>Bước 4. Kiểm thử</vt:lpstr>
      <vt:lpstr>Bài tập</vt:lpstr>
      <vt:lpstr>PowerPoint Presentation</vt:lpstr>
      <vt:lpstr>Nội dung</vt:lpstr>
      <vt:lpstr>Lịch sử của ngôn ngữ lập trình</vt:lpstr>
      <vt:lpstr>Các thành phần cơ bản của một ngôn ngữ lập trình</vt:lpstr>
      <vt:lpstr>Chương trình dịch</vt:lpstr>
      <vt:lpstr>PowerPoint Presentation</vt:lpstr>
      <vt:lpstr>Nội dung</vt:lpstr>
      <vt:lpstr>Lịch sử ra đời</vt:lpstr>
      <vt:lpstr>Ngôn ngữ lập trình C++</vt:lpstr>
      <vt:lpstr>Các thành phần cơ bản của chương trình C++</vt:lpstr>
      <vt:lpstr>Chú thích</vt:lpstr>
      <vt:lpstr>Chỉ thị tiền xử lý</vt:lpstr>
      <vt:lpstr>Namespace</vt:lpstr>
      <vt:lpstr>Hàm</vt:lpstr>
      <vt:lpstr>PowerPoint Presentation</vt:lpstr>
      <vt:lpstr>Câu lệnh</vt:lpstr>
      <vt:lpstr>Bài tập</vt:lpstr>
      <vt:lpstr>Tạo và thực thi chương trình C++</vt:lpstr>
      <vt:lpstr>PowerPoint Presentation</vt:lpstr>
      <vt:lpstr>Lỗi</vt:lpstr>
      <vt:lpstr>Ví dụ một số lỗi</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Giới thiệu về lập trình</dc:title>
  <dc:creator>CNTT_OU</dc:creator>
  <cp:lastModifiedBy>tuyetvth1508@outlook.com</cp:lastModifiedBy>
  <cp:revision>57</cp:revision>
  <dcterms:created xsi:type="dcterms:W3CDTF">2018-09-06T04:41:53Z</dcterms:created>
  <dcterms:modified xsi:type="dcterms:W3CDTF">2021-09-19T07:01:37Z</dcterms:modified>
</cp:coreProperties>
</file>